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48" r:id="rId2"/>
  </p:sldMasterIdLst>
  <p:notesMasterIdLst>
    <p:notesMasterId r:id="rId30"/>
  </p:notesMasterIdLst>
  <p:sldIdLst>
    <p:sldId id="256" r:id="rId3"/>
    <p:sldId id="260" r:id="rId4"/>
    <p:sldId id="262" r:id="rId5"/>
    <p:sldId id="257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80" r:id="rId14"/>
    <p:sldId id="271" r:id="rId15"/>
    <p:sldId id="273" r:id="rId16"/>
    <p:sldId id="274" r:id="rId17"/>
    <p:sldId id="275" r:id="rId18"/>
    <p:sldId id="277" r:id="rId19"/>
    <p:sldId id="278" r:id="rId20"/>
    <p:sldId id="279" r:id="rId21"/>
    <p:sldId id="281" r:id="rId22"/>
    <p:sldId id="283" r:id="rId23"/>
    <p:sldId id="284" r:id="rId24"/>
    <p:sldId id="282" r:id="rId25"/>
    <p:sldId id="285" r:id="rId26"/>
    <p:sldId id="286" r:id="rId27"/>
    <p:sldId id="276" r:id="rId28"/>
    <p:sldId id="272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B60F04-8A1F-4445-87A9-9F6167518788}" v="1" dt="2023-09-20T03:44:01.252"/>
    <p1510:client id="{1865A528-3365-45D8-816C-B1CED698EAE2}" v="692" dt="2023-09-20T16:06:49.5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79621" autoAdjust="0"/>
  </p:normalViewPr>
  <p:slideViewPr>
    <p:cSldViewPr snapToGrid="0">
      <p:cViewPr varScale="1">
        <p:scale>
          <a:sx n="88" d="100"/>
          <a:sy n="88" d="100"/>
        </p:scale>
        <p:origin x="147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원종빈[ 학부재학 / 언어학과 ]" userId="e07aea9e-92ed-4da9-a75e-875ab8ec805f" providerId="ADAL" clId="{1865A528-3365-45D8-816C-B1CED698EAE2}"/>
    <pc:docChg chg="undo custSel addSld delSld modSld sldOrd addMainMaster modMainMaster">
      <pc:chgData name="원종빈[ 학부재학 / 언어학과 ]" userId="e07aea9e-92ed-4da9-a75e-875ab8ec805f" providerId="ADAL" clId="{1865A528-3365-45D8-816C-B1CED698EAE2}" dt="2023-09-20T16:22:58.699" v="4845" actId="20577"/>
      <pc:docMkLst>
        <pc:docMk/>
      </pc:docMkLst>
      <pc:sldChg chg="modSp mod">
        <pc:chgData name="원종빈[ 학부재학 / 언어학과 ]" userId="e07aea9e-92ed-4da9-a75e-875ab8ec805f" providerId="ADAL" clId="{1865A528-3365-45D8-816C-B1CED698EAE2}" dt="2023-09-20T14:02:40.570" v="1512" actId="115"/>
        <pc:sldMkLst>
          <pc:docMk/>
          <pc:sldMk cId="1630843970" sldId="257"/>
        </pc:sldMkLst>
        <pc:spChg chg="mod">
          <ac:chgData name="원종빈[ 학부재학 / 언어학과 ]" userId="e07aea9e-92ed-4da9-a75e-875ab8ec805f" providerId="ADAL" clId="{1865A528-3365-45D8-816C-B1CED698EAE2}" dt="2023-09-20T14:02:40.570" v="1512" actId="115"/>
          <ac:spMkLst>
            <pc:docMk/>
            <pc:sldMk cId="1630843970" sldId="257"/>
            <ac:spMk id="2" creationId="{ED817EA5-54BA-6EBA-F053-F7BD6AC2BB55}"/>
          </ac:spMkLst>
        </pc:spChg>
        <pc:spChg chg="mod">
          <ac:chgData name="원종빈[ 학부재학 / 언어학과 ]" userId="e07aea9e-92ed-4da9-a75e-875ab8ec805f" providerId="ADAL" clId="{1865A528-3365-45D8-816C-B1CED698EAE2}" dt="2023-09-20T13:33:30.102" v="1196" actId="20577"/>
          <ac:spMkLst>
            <pc:docMk/>
            <pc:sldMk cId="1630843970" sldId="257"/>
            <ac:spMk id="3" creationId="{0D8ECE5F-A158-87D7-0CDA-974A6CE0CF41}"/>
          </ac:spMkLst>
        </pc:spChg>
      </pc:sldChg>
      <pc:sldChg chg="modSp del mod">
        <pc:chgData name="원종빈[ 학부재학 / 언어학과 ]" userId="e07aea9e-92ed-4da9-a75e-875ab8ec805f" providerId="ADAL" clId="{1865A528-3365-45D8-816C-B1CED698EAE2}" dt="2023-09-20T13:29:54.188" v="1060" actId="47"/>
        <pc:sldMkLst>
          <pc:docMk/>
          <pc:sldMk cId="2512600974" sldId="258"/>
        </pc:sldMkLst>
        <pc:spChg chg="mod">
          <ac:chgData name="원종빈[ 학부재학 / 언어학과 ]" userId="e07aea9e-92ed-4da9-a75e-875ab8ec805f" providerId="ADAL" clId="{1865A528-3365-45D8-816C-B1CED698EAE2}" dt="2023-09-20T13:29:05.821" v="1057"/>
          <ac:spMkLst>
            <pc:docMk/>
            <pc:sldMk cId="2512600974" sldId="258"/>
            <ac:spMk id="2" creationId="{2F2F4F0C-3282-6243-DF84-293E9BABF0A5}"/>
          </ac:spMkLst>
        </pc:spChg>
      </pc:sldChg>
      <pc:sldChg chg="del">
        <pc:chgData name="원종빈[ 학부재학 / 언어학과 ]" userId="e07aea9e-92ed-4da9-a75e-875ab8ec805f" providerId="ADAL" clId="{1865A528-3365-45D8-816C-B1CED698EAE2}" dt="2023-09-20T13:30:32.823" v="1073" actId="2696"/>
        <pc:sldMkLst>
          <pc:docMk/>
          <pc:sldMk cId="2890765530" sldId="259"/>
        </pc:sldMkLst>
      </pc:sldChg>
      <pc:sldChg chg="modSp mod">
        <pc:chgData name="원종빈[ 학부재학 / 언어학과 ]" userId="e07aea9e-92ed-4da9-a75e-875ab8ec805f" providerId="ADAL" clId="{1865A528-3365-45D8-816C-B1CED698EAE2}" dt="2023-09-20T13:31:02.980" v="1083" actId="115"/>
        <pc:sldMkLst>
          <pc:docMk/>
          <pc:sldMk cId="1474149068" sldId="260"/>
        </pc:sldMkLst>
        <pc:spChg chg="mod">
          <ac:chgData name="원종빈[ 학부재학 / 언어학과 ]" userId="e07aea9e-92ed-4da9-a75e-875ab8ec805f" providerId="ADAL" clId="{1865A528-3365-45D8-816C-B1CED698EAE2}" dt="2023-09-20T13:31:02.980" v="1083" actId="115"/>
          <ac:spMkLst>
            <pc:docMk/>
            <pc:sldMk cId="1474149068" sldId="260"/>
            <ac:spMk id="3" creationId="{B945FD3B-739D-E48B-BA80-9CF7AA1D86B9}"/>
          </ac:spMkLst>
        </pc:spChg>
      </pc:sldChg>
      <pc:sldChg chg="del">
        <pc:chgData name="원종빈[ 학부재학 / 언어학과 ]" userId="e07aea9e-92ed-4da9-a75e-875ab8ec805f" providerId="ADAL" clId="{1865A528-3365-45D8-816C-B1CED698EAE2}" dt="2023-09-20T14:09:44.491" v="1565" actId="47"/>
        <pc:sldMkLst>
          <pc:docMk/>
          <pc:sldMk cId="253850632" sldId="261"/>
        </pc:sldMkLst>
      </pc:sldChg>
      <pc:sldChg chg="modSp mod">
        <pc:chgData name="원종빈[ 학부재학 / 언어학과 ]" userId="e07aea9e-92ed-4da9-a75e-875ab8ec805f" providerId="ADAL" clId="{1865A528-3365-45D8-816C-B1CED698EAE2}" dt="2023-09-20T13:35:50.417" v="1264" actId="20577"/>
        <pc:sldMkLst>
          <pc:docMk/>
          <pc:sldMk cId="1774494767" sldId="262"/>
        </pc:sldMkLst>
        <pc:spChg chg="mod">
          <ac:chgData name="원종빈[ 학부재학 / 언어학과 ]" userId="e07aea9e-92ed-4da9-a75e-875ab8ec805f" providerId="ADAL" clId="{1865A528-3365-45D8-816C-B1CED698EAE2}" dt="2023-09-20T13:30:57.334" v="1082" actId="115"/>
          <ac:spMkLst>
            <pc:docMk/>
            <pc:sldMk cId="1774494767" sldId="262"/>
            <ac:spMk id="2" creationId="{090DF042-7606-1557-C44D-796AB92ED62D}"/>
          </ac:spMkLst>
        </pc:spChg>
        <pc:spChg chg="mod">
          <ac:chgData name="원종빈[ 학부재학 / 언어학과 ]" userId="e07aea9e-92ed-4da9-a75e-875ab8ec805f" providerId="ADAL" clId="{1865A528-3365-45D8-816C-B1CED698EAE2}" dt="2023-09-20T13:35:50.417" v="1264" actId="20577"/>
          <ac:spMkLst>
            <pc:docMk/>
            <pc:sldMk cId="1774494767" sldId="262"/>
            <ac:spMk id="3" creationId="{C9325F10-BBAB-F83A-2650-AF30B242F3B3}"/>
          </ac:spMkLst>
        </pc:spChg>
      </pc:sldChg>
      <pc:sldChg chg="addSp delSp modSp new mod setBg">
        <pc:chgData name="원종빈[ 학부재학 / 언어학과 ]" userId="e07aea9e-92ed-4da9-a75e-875ab8ec805f" providerId="ADAL" clId="{1865A528-3365-45D8-816C-B1CED698EAE2}" dt="2023-09-20T14:02:42.955" v="1513" actId="115"/>
        <pc:sldMkLst>
          <pc:docMk/>
          <pc:sldMk cId="1985699468" sldId="263"/>
        </pc:sldMkLst>
        <pc:spChg chg="del mod">
          <ac:chgData name="원종빈[ 학부재학 / 언어학과 ]" userId="e07aea9e-92ed-4da9-a75e-875ab8ec805f" providerId="ADAL" clId="{1865A528-3365-45D8-816C-B1CED698EAE2}" dt="2023-09-20T13:36:13.029" v="1266" actId="478"/>
          <ac:spMkLst>
            <pc:docMk/>
            <pc:sldMk cId="1985699468" sldId="263"/>
            <ac:spMk id="2" creationId="{93A6E1C3-338E-97AB-30B7-C51681013E68}"/>
          </ac:spMkLst>
        </pc:spChg>
        <pc:spChg chg="del">
          <ac:chgData name="원종빈[ 학부재학 / 언어학과 ]" userId="e07aea9e-92ed-4da9-a75e-875ab8ec805f" providerId="ADAL" clId="{1865A528-3365-45D8-816C-B1CED698EAE2}" dt="2023-09-20T13:18:06.110" v="359"/>
          <ac:spMkLst>
            <pc:docMk/>
            <pc:sldMk cId="1985699468" sldId="263"/>
            <ac:spMk id="3" creationId="{2C9E499B-8C11-6301-0CF6-EDCEF8D8DF6A}"/>
          </ac:spMkLst>
        </pc:spChg>
        <pc:spChg chg="mod">
          <ac:chgData name="원종빈[ 학부재학 / 언어학과 ]" userId="e07aea9e-92ed-4da9-a75e-875ab8ec805f" providerId="ADAL" clId="{1865A528-3365-45D8-816C-B1CED698EAE2}" dt="2023-09-20T13:18:59.097" v="374" actId="26606"/>
          <ac:spMkLst>
            <pc:docMk/>
            <pc:sldMk cId="1985699468" sldId="263"/>
            <ac:spMk id="4" creationId="{57FF867E-3741-8E0C-8504-E75EA51930BA}"/>
          </ac:spMkLst>
        </pc:spChg>
        <pc:spChg chg="add del mod">
          <ac:chgData name="원종빈[ 학부재학 / 언어학과 ]" userId="e07aea9e-92ed-4da9-a75e-875ab8ec805f" providerId="ADAL" clId="{1865A528-3365-45D8-816C-B1CED698EAE2}" dt="2023-09-20T13:20:10.888" v="574" actId="21"/>
          <ac:spMkLst>
            <pc:docMk/>
            <pc:sldMk cId="1985699468" sldId="263"/>
            <ac:spMk id="9" creationId="{1C621E58-F4D8-4C37-11E8-D9D4D05CDE7B}"/>
          </ac:spMkLst>
        </pc:spChg>
        <pc:spChg chg="add mod">
          <ac:chgData name="원종빈[ 학부재학 / 언어학과 ]" userId="e07aea9e-92ed-4da9-a75e-875ab8ec805f" providerId="ADAL" clId="{1865A528-3365-45D8-816C-B1CED698EAE2}" dt="2023-09-20T13:28:16.680" v="1040" actId="1076"/>
          <ac:spMkLst>
            <pc:docMk/>
            <pc:sldMk cId="1985699468" sldId="263"/>
            <ac:spMk id="10" creationId="{CDE8BCBF-7D2C-8C7E-DD00-6E688ECF18E9}"/>
          </ac:spMkLst>
        </pc:spChg>
        <pc:spChg chg="add del mod">
          <ac:chgData name="원종빈[ 학부재학 / 언어학과 ]" userId="e07aea9e-92ed-4da9-a75e-875ab8ec805f" providerId="ADAL" clId="{1865A528-3365-45D8-816C-B1CED698EAE2}" dt="2023-09-20T13:36:15.143" v="1267" actId="478"/>
          <ac:spMkLst>
            <pc:docMk/>
            <pc:sldMk cId="1985699468" sldId="263"/>
            <ac:spMk id="12" creationId="{8B4BEC5A-71D2-483A-044B-1C4746E154FF}"/>
          </ac:spMkLst>
        </pc:spChg>
        <pc:spChg chg="add">
          <ac:chgData name="원종빈[ 학부재학 / 언어학과 ]" userId="e07aea9e-92ed-4da9-a75e-875ab8ec805f" providerId="ADAL" clId="{1865A528-3365-45D8-816C-B1CED698EAE2}" dt="2023-09-20T13:18:59.097" v="374" actId="26606"/>
          <ac:spMkLst>
            <pc:docMk/>
            <pc:sldMk cId="1985699468" sldId="263"/>
            <ac:spMk id="13" creationId="{99ED5833-B85B-4103-8A3B-CAB0308E6C15}"/>
          </ac:spMkLst>
        </pc:spChg>
        <pc:spChg chg="add mod">
          <ac:chgData name="원종빈[ 학부재학 / 언어학과 ]" userId="e07aea9e-92ed-4da9-a75e-875ab8ec805f" providerId="ADAL" clId="{1865A528-3365-45D8-816C-B1CED698EAE2}" dt="2023-09-20T14:02:42.955" v="1513" actId="115"/>
          <ac:spMkLst>
            <pc:docMk/>
            <pc:sldMk cId="1985699468" sldId="263"/>
            <ac:spMk id="14" creationId="{39346EB7-2DA1-38CE-FB80-87D9A50B372A}"/>
          </ac:spMkLst>
        </pc:spChg>
        <pc:picChg chg="add mod">
          <ac:chgData name="원종빈[ 학부재학 / 언어학과 ]" userId="e07aea9e-92ed-4da9-a75e-875ab8ec805f" providerId="ADAL" clId="{1865A528-3365-45D8-816C-B1CED698EAE2}" dt="2023-09-20T13:19:08.041" v="414" actId="1036"/>
          <ac:picMkLst>
            <pc:docMk/>
            <pc:sldMk cId="1985699468" sldId="263"/>
            <ac:picMk id="6" creationId="{59C09217-7A63-35BD-1863-2877719D97AD}"/>
          </ac:picMkLst>
        </pc:picChg>
        <pc:picChg chg="add mod ord">
          <ac:chgData name="원종빈[ 학부재학 / 언어학과 ]" userId="e07aea9e-92ed-4da9-a75e-875ab8ec805f" providerId="ADAL" clId="{1865A528-3365-45D8-816C-B1CED698EAE2}" dt="2023-09-20T13:19:08.041" v="414" actId="1036"/>
          <ac:picMkLst>
            <pc:docMk/>
            <pc:sldMk cId="1985699468" sldId="263"/>
            <ac:picMk id="8" creationId="{3B5167D2-A08B-DAF5-4FB9-1D9CF469C181}"/>
          </ac:picMkLst>
        </pc:picChg>
      </pc:sldChg>
      <pc:sldChg chg="addSp delSp modSp add mod setBg">
        <pc:chgData name="원종빈[ 학부재학 / 언어학과 ]" userId="e07aea9e-92ed-4da9-a75e-875ab8ec805f" providerId="ADAL" clId="{1865A528-3365-45D8-816C-B1CED698EAE2}" dt="2023-09-20T13:37:37.555" v="1280" actId="115"/>
        <pc:sldMkLst>
          <pc:docMk/>
          <pc:sldMk cId="127893086" sldId="264"/>
        </pc:sldMkLst>
        <pc:spChg chg="del mod">
          <ac:chgData name="원종빈[ 학부재학 / 언어학과 ]" userId="e07aea9e-92ed-4da9-a75e-875ab8ec805f" providerId="ADAL" clId="{1865A528-3365-45D8-816C-B1CED698EAE2}" dt="2023-09-20T13:36:25.141" v="1273" actId="478"/>
          <ac:spMkLst>
            <pc:docMk/>
            <pc:sldMk cId="127893086" sldId="264"/>
            <ac:spMk id="2" creationId="{93A6E1C3-338E-97AB-30B7-C51681013E68}"/>
          </ac:spMkLst>
        </pc:spChg>
        <pc:spChg chg="mod ord">
          <ac:chgData name="원종빈[ 학부재학 / 언어학과 ]" userId="e07aea9e-92ed-4da9-a75e-875ab8ec805f" providerId="ADAL" clId="{1865A528-3365-45D8-816C-B1CED698EAE2}" dt="2023-09-20T13:18:54.071" v="373" actId="26606"/>
          <ac:spMkLst>
            <pc:docMk/>
            <pc:sldMk cId="127893086" sldId="264"/>
            <ac:spMk id="4" creationId="{57FF867E-3741-8E0C-8504-E75EA51930BA}"/>
          </ac:spMkLst>
        </pc:spChg>
        <pc:spChg chg="add del mod">
          <ac:chgData name="원종빈[ 학부재학 / 언어학과 ]" userId="e07aea9e-92ed-4da9-a75e-875ab8ec805f" providerId="ADAL" clId="{1865A528-3365-45D8-816C-B1CED698EAE2}" dt="2023-09-20T13:18:37.268" v="367" actId="478"/>
          <ac:spMkLst>
            <pc:docMk/>
            <pc:sldMk cId="127893086" sldId="264"/>
            <ac:spMk id="5" creationId="{F234EDFD-DACE-7A7D-7479-DB5A0FC82890}"/>
          </ac:spMkLst>
        </pc:spChg>
        <pc:spChg chg="add mod">
          <ac:chgData name="원종빈[ 학부재학 / 언어학과 ]" userId="e07aea9e-92ed-4da9-a75e-875ab8ec805f" providerId="ADAL" clId="{1865A528-3365-45D8-816C-B1CED698EAE2}" dt="2023-09-20T13:28:49.559" v="1056" actId="20577"/>
          <ac:spMkLst>
            <pc:docMk/>
            <pc:sldMk cId="127893086" sldId="264"/>
            <ac:spMk id="12" creationId="{5DBD807F-F39B-C9A1-B4A0-98734B82F87F}"/>
          </ac:spMkLst>
        </pc:spChg>
        <pc:spChg chg="add del mod">
          <ac:chgData name="원종빈[ 학부재학 / 언어학과 ]" userId="e07aea9e-92ed-4da9-a75e-875ab8ec805f" providerId="ADAL" clId="{1865A528-3365-45D8-816C-B1CED698EAE2}" dt="2023-09-20T13:36:27.310" v="1274" actId="478"/>
          <ac:spMkLst>
            <pc:docMk/>
            <pc:sldMk cId="127893086" sldId="264"/>
            <ac:spMk id="14" creationId="{69F465BE-DB55-0005-EB59-A934CD8E4055}"/>
          </ac:spMkLst>
        </pc:spChg>
        <pc:spChg chg="add del mod">
          <ac:chgData name="원종빈[ 학부재학 / 언어학과 ]" userId="e07aea9e-92ed-4da9-a75e-875ab8ec805f" providerId="ADAL" clId="{1865A528-3365-45D8-816C-B1CED698EAE2}" dt="2023-09-20T13:37:37.555" v="1280" actId="115"/>
          <ac:spMkLst>
            <pc:docMk/>
            <pc:sldMk cId="127893086" sldId="264"/>
            <ac:spMk id="15" creationId="{D6398315-B84A-A7FF-D451-8C0A65CC80CC}"/>
          </ac:spMkLst>
        </pc:spChg>
        <pc:spChg chg="add">
          <ac:chgData name="원종빈[ 학부재학 / 언어학과 ]" userId="e07aea9e-92ed-4da9-a75e-875ab8ec805f" providerId="ADAL" clId="{1865A528-3365-45D8-816C-B1CED698EAE2}" dt="2023-09-20T13:18:54.071" v="373" actId="26606"/>
          <ac:spMkLst>
            <pc:docMk/>
            <pc:sldMk cId="127893086" sldId="264"/>
            <ac:spMk id="16" creationId="{99ED5833-B85B-4103-8A3B-CAB0308E6C15}"/>
          </ac:spMkLst>
        </pc:spChg>
        <pc:picChg chg="del mod">
          <ac:chgData name="원종빈[ 학부재학 / 언어학과 ]" userId="e07aea9e-92ed-4da9-a75e-875ab8ec805f" providerId="ADAL" clId="{1865A528-3365-45D8-816C-B1CED698EAE2}" dt="2023-09-20T13:18:31.583" v="366" actId="478"/>
          <ac:picMkLst>
            <pc:docMk/>
            <pc:sldMk cId="127893086" sldId="264"/>
            <ac:picMk id="6" creationId="{59C09217-7A63-35BD-1863-2877719D97AD}"/>
          </ac:picMkLst>
        </pc:picChg>
        <pc:picChg chg="del">
          <ac:chgData name="원종빈[ 학부재학 / 언어학과 ]" userId="e07aea9e-92ed-4da9-a75e-875ab8ec805f" providerId="ADAL" clId="{1865A528-3365-45D8-816C-B1CED698EAE2}" dt="2023-09-20T13:18:37.853" v="368" actId="478"/>
          <ac:picMkLst>
            <pc:docMk/>
            <pc:sldMk cId="127893086" sldId="264"/>
            <ac:picMk id="8" creationId="{3B5167D2-A08B-DAF5-4FB9-1D9CF469C181}"/>
          </ac:picMkLst>
        </pc:picChg>
        <pc:picChg chg="add mod ord">
          <ac:chgData name="원종빈[ 학부재학 / 언어학과 ]" userId="e07aea9e-92ed-4da9-a75e-875ab8ec805f" providerId="ADAL" clId="{1865A528-3365-45D8-816C-B1CED698EAE2}" dt="2023-09-20T13:19:15.243" v="450" actId="1036"/>
          <ac:picMkLst>
            <pc:docMk/>
            <pc:sldMk cId="127893086" sldId="264"/>
            <ac:picMk id="9" creationId="{F1D4B3C5-E4ED-9EA9-38C2-7A3DCE94B7AB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3:19:15.243" v="450" actId="1036"/>
          <ac:picMkLst>
            <pc:docMk/>
            <pc:sldMk cId="127893086" sldId="264"/>
            <ac:picMk id="11" creationId="{B719517E-E0B1-9E51-CEBC-B297F6DD3EA2}"/>
          </ac:picMkLst>
        </pc:picChg>
      </pc:sldChg>
      <pc:sldChg chg="modSp add mod">
        <pc:chgData name="원종빈[ 학부재학 / 언어학과 ]" userId="e07aea9e-92ed-4da9-a75e-875ab8ec805f" providerId="ADAL" clId="{1865A528-3365-45D8-816C-B1CED698EAE2}" dt="2023-09-20T13:37:40.234" v="1281" actId="115"/>
        <pc:sldMkLst>
          <pc:docMk/>
          <pc:sldMk cId="2348308057" sldId="265"/>
        </pc:sldMkLst>
        <pc:spChg chg="mod">
          <ac:chgData name="원종빈[ 학부재학 / 언어학과 ]" userId="e07aea9e-92ed-4da9-a75e-875ab8ec805f" providerId="ADAL" clId="{1865A528-3365-45D8-816C-B1CED698EAE2}" dt="2023-09-20T13:37:40.234" v="1281" actId="115"/>
          <ac:spMkLst>
            <pc:docMk/>
            <pc:sldMk cId="2348308057" sldId="265"/>
            <ac:spMk id="2" creationId="{10B3DF91-F1E9-C324-9032-3CD476DFDCCE}"/>
          </ac:spMkLst>
        </pc:spChg>
      </pc:sldChg>
      <pc:sldChg chg="addSp modSp add mod">
        <pc:chgData name="원종빈[ 학부재학 / 언어학과 ]" userId="e07aea9e-92ed-4da9-a75e-875ab8ec805f" providerId="ADAL" clId="{1865A528-3365-45D8-816C-B1CED698EAE2}" dt="2023-09-20T14:02:50.486" v="1515" actId="115"/>
        <pc:sldMkLst>
          <pc:docMk/>
          <pc:sldMk cId="1374902305" sldId="266"/>
        </pc:sldMkLst>
        <pc:spChg chg="mod">
          <ac:chgData name="원종빈[ 학부재학 / 언어학과 ]" userId="e07aea9e-92ed-4da9-a75e-875ab8ec805f" providerId="ADAL" clId="{1865A528-3365-45D8-816C-B1CED698EAE2}" dt="2023-09-20T14:02:50.486" v="1515" actId="115"/>
          <ac:spMkLst>
            <pc:docMk/>
            <pc:sldMk cId="1374902305" sldId="266"/>
            <ac:spMk id="2" creationId="{10B3DF91-F1E9-C324-9032-3CD476DFDCCE}"/>
          </ac:spMkLst>
        </pc:spChg>
        <pc:spChg chg="add mod">
          <ac:chgData name="원종빈[ 학부재학 / 언어학과 ]" userId="e07aea9e-92ed-4da9-a75e-875ab8ec805f" providerId="ADAL" clId="{1865A528-3365-45D8-816C-B1CED698EAE2}" dt="2023-09-20T13:59:20.338" v="1444" actId="20577"/>
          <ac:spMkLst>
            <pc:docMk/>
            <pc:sldMk cId="1374902305" sldId="266"/>
            <ac:spMk id="5" creationId="{DBCB5DFA-5744-D24D-5FF8-5DE6822C5484}"/>
          </ac:spMkLst>
        </pc:spChg>
      </pc:sldChg>
      <pc:sldChg chg="modSp add mod">
        <pc:chgData name="원종빈[ 학부재학 / 언어학과 ]" userId="e07aea9e-92ed-4da9-a75e-875ab8ec805f" providerId="ADAL" clId="{1865A528-3365-45D8-816C-B1CED698EAE2}" dt="2023-09-20T14:02:55.005" v="1516"/>
        <pc:sldMkLst>
          <pc:docMk/>
          <pc:sldMk cId="779792909" sldId="267"/>
        </pc:sldMkLst>
        <pc:spChg chg="mod">
          <ac:chgData name="원종빈[ 학부재학 / 언어학과 ]" userId="e07aea9e-92ed-4da9-a75e-875ab8ec805f" providerId="ADAL" clId="{1865A528-3365-45D8-816C-B1CED698EAE2}" dt="2023-09-20T14:02:55.005" v="1516"/>
          <ac:spMkLst>
            <pc:docMk/>
            <pc:sldMk cId="779792909" sldId="267"/>
            <ac:spMk id="2" creationId="{10B3DF91-F1E9-C324-9032-3CD476DFDCCE}"/>
          </ac:spMkLst>
        </pc:spChg>
        <pc:spChg chg="mod">
          <ac:chgData name="원종빈[ 학부재학 / 언어학과 ]" userId="e07aea9e-92ed-4da9-a75e-875ab8ec805f" providerId="ADAL" clId="{1865A528-3365-45D8-816C-B1CED698EAE2}" dt="2023-09-20T13:38:09.828" v="1286" actId="15"/>
          <ac:spMkLst>
            <pc:docMk/>
            <pc:sldMk cId="779792909" sldId="267"/>
            <ac:spMk id="6" creationId="{F71FE48B-D124-F80E-29C4-CF12EA0FC6C0}"/>
          </ac:spMkLst>
        </pc:spChg>
      </pc:sldChg>
      <pc:sldChg chg="addSp delSp modSp add mod">
        <pc:chgData name="원종빈[ 학부재학 / 언어학과 ]" userId="e07aea9e-92ed-4da9-a75e-875ab8ec805f" providerId="ADAL" clId="{1865A528-3365-45D8-816C-B1CED698EAE2}" dt="2023-09-20T14:33:20.264" v="2751" actId="20577"/>
        <pc:sldMkLst>
          <pc:docMk/>
          <pc:sldMk cId="2590416326" sldId="268"/>
        </pc:sldMkLst>
        <pc:spChg chg="mod">
          <ac:chgData name="원종빈[ 학부재학 / 언어학과 ]" userId="e07aea9e-92ed-4da9-a75e-875ab8ec805f" providerId="ADAL" clId="{1865A528-3365-45D8-816C-B1CED698EAE2}" dt="2023-09-20T14:02:59.835" v="1517"/>
          <ac:spMkLst>
            <pc:docMk/>
            <pc:sldMk cId="2590416326" sldId="268"/>
            <ac:spMk id="2" creationId="{10B3DF91-F1E9-C324-9032-3CD476DFDCCE}"/>
          </ac:spMkLst>
        </pc:spChg>
        <pc:spChg chg="add mod">
          <ac:chgData name="원종빈[ 학부재학 / 언어학과 ]" userId="e07aea9e-92ed-4da9-a75e-875ab8ec805f" providerId="ADAL" clId="{1865A528-3365-45D8-816C-B1CED698EAE2}" dt="2023-09-20T14:32:18.036" v="2641" actId="1076"/>
          <ac:spMkLst>
            <pc:docMk/>
            <pc:sldMk cId="2590416326" sldId="268"/>
            <ac:spMk id="3" creationId="{10061263-AC9D-D4B2-3AB0-C6295D4CCCDC}"/>
          </ac:spMkLst>
        </pc:spChg>
        <pc:spChg chg="add mod">
          <ac:chgData name="원종빈[ 학부재학 / 언어학과 ]" userId="e07aea9e-92ed-4da9-a75e-875ab8ec805f" providerId="ADAL" clId="{1865A528-3365-45D8-816C-B1CED698EAE2}" dt="2023-09-20T14:32:32.938" v="2678" actId="20577"/>
          <ac:spMkLst>
            <pc:docMk/>
            <pc:sldMk cId="2590416326" sldId="268"/>
            <ac:spMk id="10" creationId="{C8A27D11-8B1F-7464-E528-4A276448768C}"/>
          </ac:spMkLst>
        </pc:spChg>
        <pc:spChg chg="del">
          <ac:chgData name="원종빈[ 학부재학 / 언어학과 ]" userId="e07aea9e-92ed-4da9-a75e-875ab8ec805f" providerId="ADAL" clId="{1865A528-3365-45D8-816C-B1CED698EAE2}" dt="2023-09-20T13:38:28.952" v="1287" actId="478"/>
          <ac:spMkLst>
            <pc:docMk/>
            <pc:sldMk cId="2590416326" sldId="268"/>
            <ac:spMk id="12" creationId="{838E1DFC-D636-8462-88D5-A02FE79C36CC}"/>
          </ac:spMkLst>
        </pc:spChg>
        <pc:spChg chg="del mod topLvl">
          <ac:chgData name="원종빈[ 학부재학 / 언어학과 ]" userId="e07aea9e-92ed-4da9-a75e-875ab8ec805f" providerId="ADAL" clId="{1865A528-3365-45D8-816C-B1CED698EAE2}" dt="2023-09-20T13:57:45.913" v="1407" actId="21"/>
          <ac:spMkLst>
            <pc:docMk/>
            <pc:sldMk cId="2590416326" sldId="268"/>
            <ac:spMk id="13" creationId="{6BBB866F-32BF-FB54-E71A-64C4D9F4C153}"/>
          </ac:spMkLst>
        </pc:spChg>
        <pc:spChg chg="mod">
          <ac:chgData name="원종빈[ 학부재학 / 언어학과 ]" userId="e07aea9e-92ed-4da9-a75e-875ab8ec805f" providerId="ADAL" clId="{1865A528-3365-45D8-816C-B1CED698EAE2}" dt="2023-09-20T14:33:20.264" v="2751" actId="20577"/>
          <ac:spMkLst>
            <pc:docMk/>
            <pc:sldMk cId="2590416326" sldId="268"/>
            <ac:spMk id="16" creationId="{0E78BEC5-659B-DB51-F1C4-7BF07B2B2248}"/>
          </ac:spMkLst>
        </pc:spChg>
        <pc:grpChg chg="del">
          <ac:chgData name="원종빈[ 학부재학 / 언어학과 ]" userId="e07aea9e-92ed-4da9-a75e-875ab8ec805f" providerId="ADAL" clId="{1865A528-3365-45D8-816C-B1CED698EAE2}" dt="2023-09-20T13:38:28.952" v="1287" actId="478"/>
          <ac:grpSpMkLst>
            <pc:docMk/>
            <pc:sldMk cId="2590416326" sldId="268"/>
            <ac:grpSpMk id="9" creationId="{F90299BE-C035-CFA4-6154-DD3039FA1B62}"/>
          </ac:grpSpMkLst>
        </pc:grpChg>
        <pc:grpChg chg="del">
          <ac:chgData name="원종빈[ 학부재학 / 언어학과 ]" userId="e07aea9e-92ed-4da9-a75e-875ab8ec805f" providerId="ADAL" clId="{1865A528-3365-45D8-816C-B1CED698EAE2}" dt="2023-09-20T13:57:45.913" v="1407" actId="21"/>
          <ac:grpSpMkLst>
            <pc:docMk/>
            <pc:sldMk cId="2590416326" sldId="268"/>
            <ac:grpSpMk id="15" creationId="{2A244237-09D7-43F4-91E7-25E334E71EDF}"/>
          </ac:grpSpMkLst>
        </pc:grpChg>
        <pc:picChg chg="add mod">
          <ac:chgData name="원종빈[ 학부재학 / 언어학과 ]" userId="e07aea9e-92ed-4da9-a75e-875ab8ec805f" providerId="ADAL" clId="{1865A528-3365-45D8-816C-B1CED698EAE2}" dt="2023-09-20T14:32:06.547" v="2637" actId="1076"/>
          <ac:picMkLst>
            <pc:docMk/>
            <pc:sldMk cId="2590416326" sldId="268"/>
            <ac:picMk id="8" creationId="{1C2B53E9-8F95-B8E0-B466-87B8A1FD70F9}"/>
          </ac:picMkLst>
        </pc:picChg>
        <pc:picChg chg="mod topLvl">
          <ac:chgData name="원종빈[ 학부재학 / 언어학과 ]" userId="e07aea9e-92ed-4da9-a75e-875ab8ec805f" providerId="ADAL" clId="{1865A528-3365-45D8-816C-B1CED698EAE2}" dt="2023-09-20T14:32:12.860" v="2640" actId="1076"/>
          <ac:picMkLst>
            <pc:docMk/>
            <pc:sldMk cId="2590416326" sldId="268"/>
            <ac:picMk id="14" creationId="{60835F04-E374-7DF2-9C16-DDF541BEB324}"/>
          </ac:picMkLst>
        </pc:picChg>
        <pc:picChg chg="del">
          <ac:chgData name="원종빈[ 학부재학 / 언어학과 ]" userId="e07aea9e-92ed-4da9-a75e-875ab8ec805f" providerId="ADAL" clId="{1865A528-3365-45D8-816C-B1CED698EAE2}" dt="2023-09-20T13:38:29.876" v="1288" actId="478"/>
          <ac:picMkLst>
            <pc:docMk/>
            <pc:sldMk cId="2590416326" sldId="268"/>
            <ac:picMk id="18" creationId="{9CFD8172-2C3A-B725-85E0-B88A65AE4376}"/>
          </ac:picMkLst>
        </pc:picChg>
      </pc:sldChg>
      <pc:sldChg chg="addSp delSp modSp add mod modNotesTx">
        <pc:chgData name="원종빈[ 학부재학 / 언어학과 ]" userId="e07aea9e-92ed-4da9-a75e-875ab8ec805f" providerId="ADAL" clId="{1865A528-3365-45D8-816C-B1CED698EAE2}" dt="2023-09-20T15:00:14.512" v="3854"/>
        <pc:sldMkLst>
          <pc:docMk/>
          <pc:sldMk cId="1531300608" sldId="269"/>
        </pc:sldMkLst>
        <pc:spChg chg="mod">
          <ac:chgData name="원종빈[ 학부재학 / 언어학과 ]" userId="e07aea9e-92ed-4da9-a75e-875ab8ec805f" providerId="ADAL" clId="{1865A528-3365-45D8-816C-B1CED698EAE2}" dt="2023-09-20T15:00:14.512" v="3854"/>
          <ac:spMkLst>
            <pc:docMk/>
            <pc:sldMk cId="1531300608" sldId="269"/>
            <ac:spMk id="2" creationId="{B4DDEB9B-105D-A039-3AED-237C9E0FFF37}"/>
          </ac:spMkLst>
        </pc:spChg>
        <pc:spChg chg="mod">
          <ac:chgData name="원종빈[ 학부재학 / 언어학과 ]" userId="e07aea9e-92ed-4da9-a75e-875ab8ec805f" providerId="ADAL" clId="{1865A528-3365-45D8-816C-B1CED698EAE2}" dt="2023-09-20T14:15:50.135" v="1749" actId="115"/>
          <ac:spMkLst>
            <pc:docMk/>
            <pc:sldMk cId="1531300608" sldId="269"/>
            <ac:spMk id="3" creationId="{86DC4DFF-CBA4-79F4-C41A-20D0019D6F28}"/>
          </ac:spMkLst>
        </pc:spChg>
        <pc:spChg chg="mod">
          <ac:chgData name="원종빈[ 학부재학 / 언어학과 ]" userId="e07aea9e-92ed-4da9-a75e-875ab8ec805f" providerId="ADAL" clId="{1865A528-3365-45D8-816C-B1CED698EAE2}" dt="2023-09-20T14:15:56.994" v="1750" actId="1076"/>
          <ac:spMkLst>
            <pc:docMk/>
            <pc:sldMk cId="1531300608" sldId="269"/>
            <ac:spMk id="7" creationId="{0F5A3B3A-28EE-ABFA-B4D9-BBCC00A98FB3}"/>
          </ac:spMkLst>
        </pc:spChg>
        <pc:picChg chg="del mod">
          <ac:chgData name="원종빈[ 학부재학 / 언어학과 ]" userId="e07aea9e-92ed-4da9-a75e-875ab8ec805f" providerId="ADAL" clId="{1865A528-3365-45D8-816C-B1CED698EAE2}" dt="2023-09-20T14:05:26.933" v="1547" actId="478"/>
          <ac:picMkLst>
            <pc:docMk/>
            <pc:sldMk cId="1531300608" sldId="269"/>
            <ac:picMk id="5" creationId="{C167456B-1373-7E7C-CFBA-A19C7B866B76}"/>
          </ac:picMkLst>
        </pc:picChg>
        <pc:picChg chg="del mod">
          <ac:chgData name="원종빈[ 학부재학 / 언어학과 ]" userId="e07aea9e-92ed-4da9-a75e-875ab8ec805f" providerId="ADAL" clId="{1865A528-3365-45D8-816C-B1CED698EAE2}" dt="2023-09-20T14:05:14.386" v="1544" actId="478"/>
          <ac:picMkLst>
            <pc:docMk/>
            <pc:sldMk cId="1531300608" sldId="269"/>
            <ac:picMk id="6" creationId="{71F9945E-822A-86AD-A41B-54D11EE51796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4:05:50.827" v="1553" actId="1076"/>
          <ac:picMkLst>
            <pc:docMk/>
            <pc:sldMk cId="1531300608" sldId="269"/>
            <ac:picMk id="8" creationId="{6A62EC3B-4F11-18E4-4210-8F3CF6C47256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4:05:48.189" v="1552" actId="1076"/>
          <ac:picMkLst>
            <pc:docMk/>
            <pc:sldMk cId="1531300608" sldId="269"/>
            <ac:picMk id="9" creationId="{26F6D1C2-6553-4F4A-C1E2-81BFCD887003}"/>
          </ac:picMkLst>
        </pc:picChg>
      </pc:sldChg>
      <pc:sldChg chg="addSp delSp modSp add del mod ord">
        <pc:chgData name="원종빈[ 학부재학 / 언어학과 ]" userId="e07aea9e-92ed-4da9-a75e-875ab8ec805f" providerId="ADAL" clId="{1865A528-3365-45D8-816C-B1CED698EAE2}" dt="2023-09-20T15:00:11.502" v="3853" actId="2696"/>
        <pc:sldMkLst>
          <pc:docMk/>
          <pc:sldMk cId="91298607" sldId="270"/>
        </pc:sldMkLst>
        <pc:spChg chg="mod">
          <ac:chgData name="원종빈[ 학부재학 / 언어학과 ]" userId="e07aea9e-92ed-4da9-a75e-875ab8ec805f" providerId="ADAL" clId="{1865A528-3365-45D8-816C-B1CED698EAE2}" dt="2023-09-20T14:09:09.747" v="1558"/>
          <ac:spMkLst>
            <pc:docMk/>
            <pc:sldMk cId="91298607" sldId="270"/>
            <ac:spMk id="2" creationId="{B4DDEB9B-105D-A039-3AED-237C9E0FFF37}"/>
          </ac:spMkLst>
        </pc:spChg>
        <pc:spChg chg="add mod">
          <ac:chgData name="원종빈[ 학부재학 / 언어학과 ]" userId="e07aea9e-92ed-4da9-a75e-875ab8ec805f" providerId="ADAL" clId="{1865A528-3365-45D8-816C-B1CED698EAE2}" dt="2023-09-20T14:57:57.251" v="3792" actId="1036"/>
          <ac:spMkLst>
            <pc:docMk/>
            <pc:sldMk cId="91298607" sldId="270"/>
            <ac:spMk id="11" creationId="{D94BD4DF-5C54-62D9-5CCF-6929EA496440}"/>
          </ac:spMkLst>
        </pc:spChg>
        <pc:spChg chg="add del mod">
          <ac:chgData name="원종빈[ 학부재학 / 언어학과 ]" userId="e07aea9e-92ed-4da9-a75e-875ab8ec805f" providerId="ADAL" clId="{1865A528-3365-45D8-816C-B1CED698EAE2}" dt="2023-09-20T14:58:41.034" v="3806" actId="21"/>
          <ac:spMkLst>
            <pc:docMk/>
            <pc:sldMk cId="91298607" sldId="270"/>
            <ac:spMk id="14" creationId="{58B73337-178A-AF10-FEEE-046DA7197B66}"/>
          </ac:spMkLst>
        </pc:spChg>
        <pc:spChg chg="mod">
          <ac:chgData name="원종빈[ 학부재학 / 언어학과 ]" userId="e07aea9e-92ed-4da9-a75e-875ab8ec805f" providerId="ADAL" clId="{1865A528-3365-45D8-816C-B1CED698EAE2}" dt="2023-09-20T14:57:57.251" v="3792" actId="1036"/>
          <ac:spMkLst>
            <pc:docMk/>
            <pc:sldMk cId="91298607" sldId="270"/>
            <ac:spMk id="20" creationId="{330A22F9-AD68-FCC6-C7AB-B5ECB6EB2CF1}"/>
          </ac:spMkLst>
        </pc:spChg>
        <pc:spChg chg="mod">
          <ac:chgData name="원종빈[ 학부재학 / 언어학과 ]" userId="e07aea9e-92ed-4da9-a75e-875ab8ec805f" providerId="ADAL" clId="{1865A528-3365-45D8-816C-B1CED698EAE2}" dt="2023-09-20T14:57:57.251" v="3792" actId="1036"/>
          <ac:spMkLst>
            <pc:docMk/>
            <pc:sldMk cId="91298607" sldId="270"/>
            <ac:spMk id="21" creationId="{BD58FDE0-597D-23A7-B025-B5C2DC52F293}"/>
          </ac:spMkLst>
        </pc:spChg>
        <pc:spChg chg="del">
          <ac:chgData name="원종빈[ 학부재학 / 언어학과 ]" userId="e07aea9e-92ed-4da9-a75e-875ab8ec805f" providerId="ADAL" clId="{1865A528-3365-45D8-816C-B1CED698EAE2}" dt="2023-09-20T13:50:47.485" v="1303" actId="478"/>
          <ac:spMkLst>
            <pc:docMk/>
            <pc:sldMk cId="91298607" sldId="270"/>
            <ac:spMk id="22" creationId="{55188B71-554F-2329-06B9-59D9D23EC988}"/>
          </ac:spMkLst>
        </pc:spChg>
        <pc:spChg chg="del mod">
          <ac:chgData name="원종빈[ 학부재학 / 언어학과 ]" userId="e07aea9e-92ed-4da9-a75e-875ab8ec805f" providerId="ADAL" clId="{1865A528-3365-45D8-816C-B1CED698EAE2}" dt="2023-09-20T13:39:20.975" v="1292" actId="478"/>
          <ac:spMkLst>
            <pc:docMk/>
            <pc:sldMk cId="91298607" sldId="270"/>
            <ac:spMk id="23" creationId="{384988F6-063E-6541-0F70-6A4C2942928A}"/>
          </ac:spMkLst>
        </pc:spChg>
        <pc:spChg chg="del">
          <ac:chgData name="원종빈[ 학부재학 / 언어학과 ]" userId="e07aea9e-92ed-4da9-a75e-875ab8ec805f" providerId="ADAL" clId="{1865A528-3365-45D8-816C-B1CED698EAE2}" dt="2023-09-20T13:39:23.002" v="1295" actId="478"/>
          <ac:spMkLst>
            <pc:docMk/>
            <pc:sldMk cId="91298607" sldId="270"/>
            <ac:spMk id="25" creationId="{DD97A72B-29C4-E966-9294-49B3305E00DA}"/>
          </ac:spMkLst>
        </pc:spChg>
        <pc:picChg chg="add del mod">
          <ac:chgData name="원종빈[ 학부재학 / 언어학과 ]" userId="e07aea9e-92ed-4da9-a75e-875ab8ec805f" providerId="ADAL" clId="{1865A528-3365-45D8-816C-B1CED698EAE2}" dt="2023-09-20T14:54:51.001" v="3591" actId="478"/>
          <ac:picMkLst>
            <pc:docMk/>
            <pc:sldMk cId="91298607" sldId="270"/>
            <ac:picMk id="5" creationId="{E2720309-6A88-D032-ABA0-BE4567594433}"/>
          </ac:picMkLst>
        </pc:picChg>
        <pc:picChg chg="add del mod">
          <ac:chgData name="원종빈[ 학부재학 / 언어학과 ]" userId="e07aea9e-92ed-4da9-a75e-875ab8ec805f" providerId="ADAL" clId="{1865A528-3365-45D8-816C-B1CED698EAE2}" dt="2023-09-20T14:55:25.099" v="3598" actId="478"/>
          <ac:picMkLst>
            <pc:docMk/>
            <pc:sldMk cId="91298607" sldId="270"/>
            <ac:picMk id="7" creationId="{98CCA1ED-6084-0DD8-3E37-E049967DC241}"/>
          </ac:picMkLst>
        </pc:picChg>
        <pc:picChg chg="add del mod">
          <ac:chgData name="원종빈[ 학부재학 / 언어학과 ]" userId="e07aea9e-92ed-4da9-a75e-875ab8ec805f" providerId="ADAL" clId="{1865A528-3365-45D8-816C-B1CED698EAE2}" dt="2023-09-20T14:58:41.034" v="3806" actId="21"/>
          <ac:picMkLst>
            <pc:docMk/>
            <pc:sldMk cId="91298607" sldId="270"/>
            <ac:picMk id="9" creationId="{975B8F73-73EF-8702-116C-B9E7F034E351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4:57:49.290" v="3763" actId="1035"/>
          <ac:picMkLst>
            <pc:docMk/>
            <pc:sldMk cId="91298607" sldId="270"/>
            <ac:picMk id="10" creationId="{E9C52AD7-6EAB-BA21-B18B-4229C5F6584E}"/>
          </ac:picMkLst>
        </pc:picChg>
        <pc:picChg chg="del">
          <ac:chgData name="원종빈[ 학부재학 / 언어학과 ]" userId="e07aea9e-92ed-4da9-a75e-875ab8ec805f" providerId="ADAL" clId="{1865A528-3365-45D8-816C-B1CED698EAE2}" dt="2023-09-20T13:39:17.760" v="1289" actId="478"/>
          <ac:picMkLst>
            <pc:docMk/>
            <pc:sldMk cId="91298607" sldId="270"/>
            <ac:picMk id="13" creationId="{1408F264-9572-9CD7-C904-43A1449DF249}"/>
          </ac:picMkLst>
        </pc:picChg>
        <pc:picChg chg="del">
          <ac:chgData name="원종빈[ 학부재학 / 언어학과 ]" userId="e07aea9e-92ed-4da9-a75e-875ab8ec805f" providerId="ADAL" clId="{1865A528-3365-45D8-816C-B1CED698EAE2}" dt="2023-09-20T13:39:18.208" v="1290" actId="478"/>
          <ac:picMkLst>
            <pc:docMk/>
            <pc:sldMk cId="91298607" sldId="270"/>
            <ac:picMk id="15" creationId="{CEC137F1-3F9F-763B-6BC0-E98B55DB91FE}"/>
          </ac:picMkLst>
        </pc:picChg>
        <pc:picChg chg="del">
          <ac:chgData name="원종빈[ 학부재학 / 언어학과 ]" userId="e07aea9e-92ed-4da9-a75e-875ab8ec805f" providerId="ADAL" clId="{1865A528-3365-45D8-816C-B1CED698EAE2}" dt="2023-09-20T13:39:21.945" v="1294" actId="478"/>
          <ac:picMkLst>
            <pc:docMk/>
            <pc:sldMk cId="91298607" sldId="270"/>
            <ac:picMk id="19" creationId="{2CFFA93D-60E1-2836-61E6-7C61A174941A}"/>
          </ac:picMkLst>
        </pc:picChg>
        <pc:picChg chg="mod">
          <ac:chgData name="원종빈[ 학부재학 / 언어학과 ]" userId="e07aea9e-92ed-4da9-a75e-875ab8ec805f" providerId="ADAL" clId="{1865A528-3365-45D8-816C-B1CED698EAE2}" dt="2023-09-20T14:57:49.290" v="3763" actId="1035"/>
          <ac:picMkLst>
            <pc:docMk/>
            <pc:sldMk cId="91298607" sldId="270"/>
            <ac:picMk id="26" creationId="{B6017CC7-492F-3AE6-48AD-66A2B4663C82}"/>
          </ac:picMkLst>
        </pc:picChg>
        <pc:picChg chg="del">
          <ac:chgData name="원종빈[ 학부재학 / 언어학과 ]" userId="e07aea9e-92ed-4da9-a75e-875ab8ec805f" providerId="ADAL" clId="{1865A528-3365-45D8-816C-B1CED698EAE2}" dt="2023-09-20T13:39:21.553" v="1293" actId="478"/>
          <ac:picMkLst>
            <pc:docMk/>
            <pc:sldMk cId="91298607" sldId="270"/>
            <ac:picMk id="28" creationId="{CF093B39-1B04-67D5-A174-D04B13734A1E}"/>
          </ac:picMkLst>
        </pc:picChg>
      </pc:sldChg>
      <pc:sldChg chg="addSp delSp modSp add del mod">
        <pc:chgData name="원종빈[ 학부재학 / 언어학과 ]" userId="e07aea9e-92ed-4da9-a75e-875ab8ec805f" providerId="ADAL" clId="{1865A528-3365-45D8-816C-B1CED698EAE2}" dt="2023-09-20T15:02:49.275" v="3982" actId="20577"/>
        <pc:sldMkLst>
          <pc:docMk/>
          <pc:sldMk cId="2524471736" sldId="271"/>
        </pc:sldMkLst>
        <pc:spChg chg="del mod">
          <ac:chgData name="원종빈[ 학부재학 / 언어학과 ]" userId="e07aea9e-92ed-4da9-a75e-875ab8ec805f" providerId="ADAL" clId="{1865A528-3365-45D8-816C-B1CED698EAE2}" dt="2023-09-20T14:09:15.186" v="1560" actId="478"/>
          <ac:spMkLst>
            <pc:docMk/>
            <pc:sldMk cId="2524471736" sldId="271"/>
            <ac:spMk id="2" creationId="{B4DDEB9B-105D-A039-3AED-237C9E0FFF37}"/>
          </ac:spMkLst>
        </pc:spChg>
        <pc:spChg chg="add del mod">
          <ac:chgData name="원종빈[ 학부재학 / 언어학과 ]" userId="e07aea9e-92ed-4da9-a75e-875ab8ec805f" providerId="ADAL" clId="{1865A528-3365-45D8-816C-B1CED698EAE2}" dt="2023-09-20T14:09:17.312" v="1561" actId="478"/>
          <ac:spMkLst>
            <pc:docMk/>
            <pc:sldMk cId="2524471736" sldId="271"/>
            <ac:spMk id="5" creationId="{97DB1DE6-B84B-CE9D-6D9F-74A41B56614A}"/>
          </ac:spMkLst>
        </pc:spChg>
        <pc:spChg chg="add mod">
          <ac:chgData name="원종빈[ 학부재학 / 언어학과 ]" userId="e07aea9e-92ed-4da9-a75e-875ab8ec805f" providerId="ADAL" clId="{1865A528-3365-45D8-816C-B1CED698EAE2}" dt="2023-09-20T14:57:09.231" v="3669" actId="20577"/>
          <ac:spMkLst>
            <pc:docMk/>
            <pc:sldMk cId="2524471736" sldId="271"/>
            <ac:spMk id="8" creationId="{517997FD-D99B-85DF-159D-6795B80446B0}"/>
          </ac:spMkLst>
        </pc:spChg>
        <pc:spChg chg="mod">
          <ac:chgData name="원종빈[ 학부재학 / 언어학과 ]" userId="e07aea9e-92ed-4da9-a75e-875ab8ec805f" providerId="ADAL" clId="{1865A528-3365-45D8-816C-B1CED698EAE2}" dt="2023-09-20T15:02:43.375" v="3960" actId="20577"/>
          <ac:spMkLst>
            <pc:docMk/>
            <pc:sldMk cId="2524471736" sldId="271"/>
            <ac:spMk id="11" creationId="{7B834742-12C5-F536-5A5D-2B8E1C8940D0}"/>
          </ac:spMkLst>
        </pc:spChg>
        <pc:spChg chg="mod">
          <ac:chgData name="원종빈[ 학부재학 / 언어학과 ]" userId="e07aea9e-92ed-4da9-a75e-875ab8ec805f" providerId="ADAL" clId="{1865A528-3365-45D8-816C-B1CED698EAE2}" dt="2023-09-20T15:02:49.275" v="3982" actId="20577"/>
          <ac:spMkLst>
            <pc:docMk/>
            <pc:sldMk cId="2524471736" sldId="271"/>
            <ac:spMk id="16" creationId="{C9785A5E-3275-86B8-23DE-7315AFCA26F4}"/>
          </ac:spMkLst>
        </pc:spChg>
        <pc:spChg chg="del mod">
          <ac:chgData name="원종빈[ 학부재학 / 언어학과 ]" userId="e07aea9e-92ed-4da9-a75e-875ab8ec805f" providerId="ADAL" clId="{1865A528-3365-45D8-816C-B1CED698EAE2}" dt="2023-09-20T15:00:30.598" v="3859" actId="478"/>
          <ac:spMkLst>
            <pc:docMk/>
            <pc:sldMk cId="2524471736" sldId="271"/>
            <ac:spMk id="28" creationId="{9E74FF90-9874-BCED-08F6-DE50D762BB82}"/>
          </ac:spMkLst>
        </pc:spChg>
      </pc:sldChg>
      <pc:sldChg chg="add">
        <pc:chgData name="원종빈[ 학부재학 / 언어학과 ]" userId="e07aea9e-92ed-4da9-a75e-875ab8ec805f" providerId="ADAL" clId="{1865A528-3365-45D8-816C-B1CED698EAE2}" dt="2023-09-20T14:09:42.697" v="1564"/>
        <pc:sldMkLst>
          <pc:docMk/>
          <pc:sldMk cId="224334706" sldId="272"/>
        </pc:sldMkLst>
      </pc:sldChg>
      <pc:sldChg chg="add del">
        <pc:chgData name="원종빈[ 학부재학 / 언어학과 ]" userId="e07aea9e-92ed-4da9-a75e-875ab8ec805f" providerId="ADAL" clId="{1865A528-3365-45D8-816C-B1CED698EAE2}" dt="2023-09-20T13:34:26.205" v="1239"/>
        <pc:sldMkLst>
          <pc:docMk/>
          <pc:sldMk cId="3790156578" sldId="272"/>
        </pc:sldMkLst>
      </pc:sldChg>
      <pc:sldChg chg="modSp new mod">
        <pc:chgData name="원종빈[ 학부재학 / 언어학과 ]" userId="e07aea9e-92ed-4da9-a75e-875ab8ec805f" providerId="ADAL" clId="{1865A528-3365-45D8-816C-B1CED698EAE2}" dt="2023-09-20T14:23:33.616" v="2624" actId="20577"/>
        <pc:sldMkLst>
          <pc:docMk/>
          <pc:sldMk cId="1621514809" sldId="273"/>
        </pc:sldMkLst>
        <pc:spChg chg="mod">
          <ac:chgData name="원종빈[ 학부재학 / 언어학과 ]" userId="e07aea9e-92ed-4da9-a75e-875ab8ec805f" providerId="ADAL" clId="{1865A528-3365-45D8-816C-B1CED698EAE2}" dt="2023-09-20T14:14:51.962" v="1628" actId="115"/>
          <ac:spMkLst>
            <pc:docMk/>
            <pc:sldMk cId="1621514809" sldId="273"/>
            <ac:spMk id="2" creationId="{BFEE323E-6434-33FC-1CD8-8F7DC7C73A94}"/>
          </ac:spMkLst>
        </pc:spChg>
        <pc:spChg chg="mod">
          <ac:chgData name="원종빈[ 학부재학 / 언어학과 ]" userId="e07aea9e-92ed-4da9-a75e-875ab8ec805f" providerId="ADAL" clId="{1865A528-3365-45D8-816C-B1CED698EAE2}" dt="2023-09-20T14:23:33.616" v="2624" actId="20577"/>
          <ac:spMkLst>
            <pc:docMk/>
            <pc:sldMk cId="1621514809" sldId="273"/>
            <ac:spMk id="3" creationId="{46A4E26F-7E74-A0FE-CD5A-4C666B149B38}"/>
          </ac:spMkLst>
        </pc:spChg>
      </pc:sldChg>
      <pc:sldChg chg="addSp delSp modSp new mod">
        <pc:chgData name="원종빈[ 학부재학 / 언어학과 ]" userId="e07aea9e-92ed-4da9-a75e-875ab8ec805f" providerId="ADAL" clId="{1865A528-3365-45D8-816C-B1CED698EAE2}" dt="2023-09-20T15:25:14.561" v="4423" actId="1076"/>
        <pc:sldMkLst>
          <pc:docMk/>
          <pc:sldMk cId="1055973833" sldId="274"/>
        </pc:sldMkLst>
        <pc:spChg chg="mod">
          <ac:chgData name="원종빈[ 학부재학 / 언어학과 ]" userId="e07aea9e-92ed-4da9-a75e-875ab8ec805f" providerId="ADAL" clId="{1865A528-3365-45D8-816C-B1CED698EAE2}" dt="2023-09-20T14:23:40.884" v="2626"/>
          <ac:spMkLst>
            <pc:docMk/>
            <pc:sldMk cId="1055973833" sldId="274"/>
            <ac:spMk id="2" creationId="{D64F3234-1963-A771-B2AC-E846C82F4108}"/>
          </ac:spMkLst>
        </pc:spChg>
        <pc:spChg chg="del">
          <ac:chgData name="원종빈[ 학부재학 / 언어학과 ]" userId="e07aea9e-92ed-4da9-a75e-875ab8ec805f" providerId="ADAL" clId="{1865A528-3365-45D8-816C-B1CED698EAE2}" dt="2023-09-20T15:11:06.614" v="4061" actId="22"/>
          <ac:spMkLst>
            <pc:docMk/>
            <pc:sldMk cId="1055973833" sldId="274"/>
            <ac:spMk id="3" creationId="{BC9F9F29-678F-C60A-A6B9-2150A5FD83A2}"/>
          </ac:spMkLst>
        </pc:spChg>
        <pc:spChg chg="add del mod">
          <ac:chgData name="원종빈[ 학부재학 / 언어학과 ]" userId="e07aea9e-92ed-4da9-a75e-875ab8ec805f" providerId="ADAL" clId="{1865A528-3365-45D8-816C-B1CED698EAE2}" dt="2023-09-20T15:17:37.275" v="4066" actId="22"/>
          <ac:spMkLst>
            <pc:docMk/>
            <pc:sldMk cId="1055973833" sldId="274"/>
            <ac:spMk id="8" creationId="{6F26FB31-FDE5-1B44-7D53-87A6A0B8AD03}"/>
          </ac:spMkLst>
        </pc:spChg>
        <pc:spChg chg="add del mod">
          <ac:chgData name="원종빈[ 학부재학 / 언어학과 ]" userId="e07aea9e-92ed-4da9-a75e-875ab8ec805f" providerId="ADAL" clId="{1865A528-3365-45D8-816C-B1CED698EAE2}" dt="2023-09-20T15:18:13.160" v="4071" actId="478"/>
          <ac:spMkLst>
            <pc:docMk/>
            <pc:sldMk cId="1055973833" sldId="274"/>
            <ac:spMk id="14" creationId="{CF0DC436-CBEA-984C-DD6F-16D08CCE245D}"/>
          </ac:spMkLst>
        </pc:spChg>
        <pc:spChg chg="add mod">
          <ac:chgData name="원종빈[ 학부재학 / 언어학과 ]" userId="e07aea9e-92ed-4da9-a75e-875ab8ec805f" providerId="ADAL" clId="{1865A528-3365-45D8-816C-B1CED698EAE2}" dt="2023-09-20T15:25:14.561" v="4423" actId="1076"/>
          <ac:spMkLst>
            <pc:docMk/>
            <pc:sldMk cId="1055973833" sldId="274"/>
            <ac:spMk id="17" creationId="{FEBE809D-C01F-0793-E5DF-4A0D7E4F941A}"/>
          </ac:spMkLst>
        </pc:spChg>
        <pc:picChg chg="add del mod ord">
          <ac:chgData name="원종빈[ 학부재학 / 언어학과 ]" userId="e07aea9e-92ed-4da9-a75e-875ab8ec805f" providerId="ADAL" clId="{1865A528-3365-45D8-816C-B1CED698EAE2}" dt="2023-09-20T15:12:32.755" v="4063" actId="478"/>
          <ac:picMkLst>
            <pc:docMk/>
            <pc:sldMk cId="1055973833" sldId="274"/>
            <ac:picMk id="6" creationId="{A0AE8779-7964-E555-7CD2-9C14414144A0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5:23:06.767" v="4073" actId="1076"/>
          <ac:picMkLst>
            <pc:docMk/>
            <pc:sldMk cId="1055973833" sldId="274"/>
            <ac:picMk id="10" creationId="{2B5C64DF-5B53-E060-9697-8629812623DD}"/>
          </ac:picMkLst>
        </pc:picChg>
        <pc:picChg chg="add del mod ord">
          <ac:chgData name="원종빈[ 학부재학 / 언어학과 ]" userId="e07aea9e-92ed-4da9-a75e-875ab8ec805f" providerId="ADAL" clId="{1865A528-3365-45D8-816C-B1CED698EAE2}" dt="2023-09-20T15:17:58.750" v="4068" actId="478"/>
          <ac:picMkLst>
            <pc:docMk/>
            <pc:sldMk cId="1055973833" sldId="274"/>
            <ac:picMk id="12" creationId="{166B6783-1A8A-B1C8-3128-79F020140CD6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5:23:11.098" v="4074" actId="1076"/>
          <ac:picMkLst>
            <pc:docMk/>
            <pc:sldMk cId="1055973833" sldId="274"/>
            <ac:picMk id="16" creationId="{5D4AF25C-D307-4DF2-783E-96E01675ED42}"/>
          </ac:picMkLst>
        </pc:picChg>
      </pc:sldChg>
      <pc:sldChg chg="modSp new mod">
        <pc:chgData name="원종빈[ 학부재학 / 언어학과 ]" userId="e07aea9e-92ed-4da9-a75e-875ab8ec805f" providerId="ADAL" clId="{1865A528-3365-45D8-816C-B1CED698EAE2}" dt="2023-09-20T16:03:13.325" v="4709" actId="27636"/>
        <pc:sldMkLst>
          <pc:docMk/>
          <pc:sldMk cId="3286144480" sldId="275"/>
        </pc:sldMkLst>
        <pc:spChg chg="mod">
          <ac:chgData name="원종빈[ 학부재학 / 언어학과 ]" userId="e07aea9e-92ed-4da9-a75e-875ab8ec805f" providerId="ADAL" clId="{1865A528-3365-45D8-816C-B1CED698EAE2}" dt="2023-09-20T14:38:38.092" v="2756" actId="20577"/>
          <ac:spMkLst>
            <pc:docMk/>
            <pc:sldMk cId="3286144480" sldId="275"/>
            <ac:spMk id="2" creationId="{67225BDF-318A-9A0B-597A-13659EE4319E}"/>
          </ac:spMkLst>
        </pc:spChg>
        <pc:spChg chg="mod">
          <ac:chgData name="원종빈[ 학부재학 / 언어학과 ]" userId="e07aea9e-92ed-4da9-a75e-875ab8ec805f" providerId="ADAL" clId="{1865A528-3365-45D8-816C-B1CED698EAE2}" dt="2023-09-20T16:03:13.325" v="4709" actId="27636"/>
          <ac:spMkLst>
            <pc:docMk/>
            <pc:sldMk cId="3286144480" sldId="275"/>
            <ac:spMk id="3" creationId="{AFF989B4-58D0-45BB-B759-02A66036F3BF}"/>
          </ac:spMkLst>
        </pc:spChg>
      </pc:sldChg>
      <pc:sldChg chg="modSp new mod">
        <pc:chgData name="원종빈[ 학부재학 / 언어학과 ]" userId="e07aea9e-92ed-4da9-a75e-875ab8ec805f" providerId="ADAL" clId="{1865A528-3365-45D8-816C-B1CED698EAE2}" dt="2023-09-20T14:39:41.722" v="2967" actId="20577"/>
        <pc:sldMkLst>
          <pc:docMk/>
          <pc:sldMk cId="1959660518" sldId="276"/>
        </pc:sldMkLst>
        <pc:spChg chg="mod">
          <ac:chgData name="원종빈[ 학부재학 / 언어학과 ]" userId="e07aea9e-92ed-4da9-a75e-875ab8ec805f" providerId="ADAL" clId="{1865A528-3365-45D8-816C-B1CED698EAE2}" dt="2023-09-20T14:39:41.722" v="2967" actId="20577"/>
          <ac:spMkLst>
            <pc:docMk/>
            <pc:sldMk cId="1959660518" sldId="276"/>
            <ac:spMk id="2" creationId="{ECA82C52-24E2-1148-3A0B-3559EA4FBC5A}"/>
          </ac:spMkLst>
        </pc:spChg>
      </pc:sldChg>
      <pc:sldChg chg="addSp modSp new mod">
        <pc:chgData name="원종빈[ 학부재학 / 언어학과 ]" userId="e07aea9e-92ed-4da9-a75e-875ab8ec805f" providerId="ADAL" clId="{1865A528-3365-45D8-816C-B1CED698EAE2}" dt="2023-09-20T14:52:36.179" v="3578" actId="5793"/>
        <pc:sldMkLst>
          <pc:docMk/>
          <pc:sldMk cId="4215141672" sldId="277"/>
        </pc:sldMkLst>
        <pc:spChg chg="mod">
          <ac:chgData name="원종빈[ 학부재학 / 언어학과 ]" userId="e07aea9e-92ed-4da9-a75e-875ab8ec805f" providerId="ADAL" clId="{1865A528-3365-45D8-816C-B1CED698EAE2}" dt="2023-09-20T14:40:38.906" v="2974" actId="115"/>
          <ac:spMkLst>
            <pc:docMk/>
            <pc:sldMk cId="4215141672" sldId="277"/>
            <ac:spMk id="2" creationId="{989E8655-EBDF-4D5B-D65C-6171A5FB0D62}"/>
          </ac:spMkLst>
        </pc:spChg>
        <pc:spChg chg="mod">
          <ac:chgData name="원종빈[ 학부재학 / 언어학과 ]" userId="e07aea9e-92ed-4da9-a75e-875ab8ec805f" providerId="ADAL" clId="{1865A528-3365-45D8-816C-B1CED698EAE2}" dt="2023-09-20T14:52:36.179" v="3578" actId="5793"/>
          <ac:spMkLst>
            <pc:docMk/>
            <pc:sldMk cId="4215141672" sldId="277"/>
            <ac:spMk id="3" creationId="{C82A1339-3307-5D36-D16A-A63C3A558201}"/>
          </ac:spMkLst>
        </pc:spChg>
        <pc:spChg chg="add mod">
          <ac:chgData name="원종빈[ 학부재학 / 언어학과 ]" userId="e07aea9e-92ed-4da9-a75e-875ab8ec805f" providerId="ADAL" clId="{1865A528-3365-45D8-816C-B1CED698EAE2}" dt="2023-09-20T14:52:18.961" v="3558" actId="1076"/>
          <ac:spMkLst>
            <pc:docMk/>
            <pc:sldMk cId="4215141672" sldId="277"/>
            <ac:spMk id="5" creationId="{D9D41201-8627-4D56-3EC4-A29A79C7467A}"/>
          </ac:spMkLst>
        </pc:spChg>
      </pc:sldChg>
      <pc:sldChg chg="addSp delSp modSp new mod">
        <pc:chgData name="원종빈[ 학부재학 / 언어학과 ]" userId="e07aea9e-92ed-4da9-a75e-875ab8ec805f" providerId="ADAL" clId="{1865A528-3365-45D8-816C-B1CED698EAE2}" dt="2023-09-20T14:53:19.149" v="3584" actId="1076"/>
        <pc:sldMkLst>
          <pc:docMk/>
          <pc:sldMk cId="2154498550" sldId="278"/>
        </pc:sldMkLst>
        <pc:spChg chg="mod">
          <ac:chgData name="원종빈[ 학부재학 / 언어학과 ]" userId="e07aea9e-92ed-4da9-a75e-875ab8ec805f" providerId="ADAL" clId="{1865A528-3365-45D8-816C-B1CED698EAE2}" dt="2023-09-20T14:53:00.564" v="3579"/>
          <ac:spMkLst>
            <pc:docMk/>
            <pc:sldMk cId="2154498550" sldId="278"/>
            <ac:spMk id="2" creationId="{4DB12780-0E88-F1D1-529A-7277942A659D}"/>
          </ac:spMkLst>
        </pc:spChg>
        <pc:spChg chg="del mod">
          <ac:chgData name="원종빈[ 학부재학 / 언어학과 ]" userId="e07aea9e-92ed-4da9-a75e-875ab8ec805f" providerId="ADAL" clId="{1865A528-3365-45D8-816C-B1CED698EAE2}" dt="2023-09-20T14:53:04.231" v="3580"/>
          <ac:spMkLst>
            <pc:docMk/>
            <pc:sldMk cId="2154498550" sldId="278"/>
            <ac:spMk id="3" creationId="{3A42AF66-6D9A-2D7F-0734-634C1730BF9A}"/>
          </ac:spMkLst>
        </pc:spChg>
        <pc:picChg chg="add mod">
          <ac:chgData name="원종빈[ 학부재학 / 언어학과 ]" userId="e07aea9e-92ed-4da9-a75e-875ab8ec805f" providerId="ADAL" clId="{1865A528-3365-45D8-816C-B1CED698EAE2}" dt="2023-09-20T14:53:06.035" v="3581" actId="1076"/>
          <ac:picMkLst>
            <pc:docMk/>
            <pc:sldMk cId="2154498550" sldId="278"/>
            <ac:picMk id="6" creationId="{869F037C-59ED-9BA4-D6ED-BE2CEF8391C9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4:53:19.149" v="3584" actId="1076"/>
          <ac:picMkLst>
            <pc:docMk/>
            <pc:sldMk cId="2154498550" sldId="278"/>
            <ac:picMk id="8" creationId="{0D8D8C6A-BFF0-52B8-7198-78EE97E0A11C}"/>
          </ac:picMkLst>
        </pc:picChg>
      </pc:sldChg>
      <pc:sldChg chg="addSp delSp modSp new mod">
        <pc:chgData name="원종빈[ 학부재학 / 언어학과 ]" userId="e07aea9e-92ed-4da9-a75e-875ab8ec805f" providerId="ADAL" clId="{1865A528-3365-45D8-816C-B1CED698EAE2}" dt="2023-09-20T15:57:49.039" v="4449" actId="478"/>
        <pc:sldMkLst>
          <pc:docMk/>
          <pc:sldMk cId="1318784581" sldId="279"/>
        </pc:sldMkLst>
        <pc:spChg chg="mod">
          <ac:chgData name="원종빈[ 학부재학 / 언어학과 ]" userId="e07aea9e-92ed-4da9-a75e-875ab8ec805f" providerId="ADAL" clId="{1865A528-3365-45D8-816C-B1CED698EAE2}" dt="2023-09-20T14:53:35.401" v="3586"/>
          <ac:spMkLst>
            <pc:docMk/>
            <pc:sldMk cId="1318784581" sldId="279"/>
            <ac:spMk id="2" creationId="{4BF0FB5D-2108-1BCC-4A45-34B6B658BFF8}"/>
          </ac:spMkLst>
        </pc:spChg>
        <pc:spChg chg="del">
          <ac:chgData name="원종빈[ 학부재학 / 언어학과 ]" userId="e07aea9e-92ed-4da9-a75e-875ab8ec805f" providerId="ADAL" clId="{1865A528-3365-45D8-816C-B1CED698EAE2}" dt="2023-09-20T15:07:10.652" v="4016"/>
          <ac:spMkLst>
            <pc:docMk/>
            <pc:sldMk cId="1318784581" sldId="279"/>
            <ac:spMk id="3" creationId="{EF687C20-00E7-2892-F3AD-D1F3353AFAC9}"/>
          </ac:spMkLst>
        </pc:spChg>
        <pc:spChg chg="add mod">
          <ac:chgData name="원종빈[ 학부재학 / 언어학과 ]" userId="e07aea9e-92ed-4da9-a75e-875ab8ec805f" providerId="ADAL" clId="{1865A528-3365-45D8-816C-B1CED698EAE2}" dt="2023-09-20T15:08:03.020" v="4049" actId="1076"/>
          <ac:spMkLst>
            <pc:docMk/>
            <pc:sldMk cId="1318784581" sldId="279"/>
            <ac:spMk id="9" creationId="{7E3FE84C-73F9-6610-3764-D89AA1415DE2}"/>
          </ac:spMkLst>
        </pc:spChg>
        <pc:spChg chg="add mod">
          <ac:chgData name="원종빈[ 학부재학 / 언어학과 ]" userId="e07aea9e-92ed-4da9-a75e-875ab8ec805f" providerId="ADAL" clId="{1865A528-3365-45D8-816C-B1CED698EAE2}" dt="2023-09-20T15:08:22.719" v="4060" actId="20577"/>
          <ac:spMkLst>
            <pc:docMk/>
            <pc:sldMk cId="1318784581" sldId="279"/>
            <ac:spMk id="10" creationId="{8F95EF4F-8AAA-3F02-21A0-21DA46C91954}"/>
          </ac:spMkLst>
        </pc:spChg>
        <pc:picChg chg="add mod">
          <ac:chgData name="원종빈[ 학부재학 / 언어학과 ]" userId="e07aea9e-92ed-4da9-a75e-875ab8ec805f" providerId="ADAL" clId="{1865A528-3365-45D8-816C-B1CED698EAE2}" dt="2023-09-20T15:07:28.736" v="4022" actId="1076"/>
          <ac:picMkLst>
            <pc:docMk/>
            <pc:sldMk cId="1318784581" sldId="279"/>
            <ac:picMk id="6" creationId="{70F508DB-548E-8D4C-C9DF-0358890CB15B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5:07:22.988" v="4021" actId="1076"/>
          <ac:picMkLst>
            <pc:docMk/>
            <pc:sldMk cId="1318784581" sldId="279"/>
            <ac:picMk id="8" creationId="{005D1679-9411-AC93-F25E-23A4D7616044}"/>
          </ac:picMkLst>
        </pc:picChg>
        <pc:picChg chg="add del mod">
          <ac:chgData name="원종빈[ 학부재학 / 언어학과 ]" userId="e07aea9e-92ed-4da9-a75e-875ab8ec805f" providerId="ADAL" clId="{1865A528-3365-45D8-816C-B1CED698EAE2}" dt="2023-09-20T15:57:49.039" v="4449" actId="478"/>
          <ac:picMkLst>
            <pc:docMk/>
            <pc:sldMk cId="1318784581" sldId="279"/>
            <ac:picMk id="12" creationId="{DCBA01D6-5B82-E782-C00B-F61B83D879E7}"/>
          </ac:picMkLst>
        </pc:picChg>
      </pc:sldChg>
      <pc:sldChg chg="addSp delSp modSp add mod ord setBg delDesignElem">
        <pc:chgData name="원종빈[ 학부재학 / 언어학과 ]" userId="e07aea9e-92ed-4da9-a75e-875ab8ec805f" providerId="ADAL" clId="{1865A528-3365-45D8-816C-B1CED698EAE2}" dt="2023-09-20T15:05:15.367" v="4015" actId="1582"/>
        <pc:sldMkLst>
          <pc:docMk/>
          <pc:sldMk cId="1339814064" sldId="280"/>
        </pc:sldMkLst>
        <pc:spChg chg="mod">
          <ac:chgData name="원종빈[ 학부재학 / 언어학과 ]" userId="e07aea9e-92ed-4da9-a75e-875ab8ec805f" providerId="ADAL" clId="{1865A528-3365-45D8-816C-B1CED698EAE2}" dt="2023-09-20T15:00:24.793" v="3857"/>
          <ac:spMkLst>
            <pc:docMk/>
            <pc:sldMk cId="1339814064" sldId="280"/>
            <ac:spMk id="8" creationId="{517997FD-D99B-85DF-159D-6795B80446B0}"/>
          </ac:spMkLst>
        </pc:spChg>
        <pc:spChg chg="add del mod">
          <ac:chgData name="원종빈[ 학부재학 / 언어학과 ]" userId="e07aea9e-92ed-4da9-a75e-875ab8ec805f" providerId="ADAL" clId="{1865A528-3365-45D8-816C-B1CED698EAE2}" dt="2023-09-20T14:59:18.884" v="3812" actId="478"/>
          <ac:spMkLst>
            <pc:docMk/>
            <pc:sldMk cId="1339814064" sldId="280"/>
            <ac:spMk id="10" creationId="{28B66893-5CCA-FFA1-5583-A07989DF86A6}"/>
          </ac:spMkLst>
        </pc:spChg>
        <pc:spChg chg="mod">
          <ac:chgData name="원종빈[ 학부재학 / 언어학과 ]" userId="e07aea9e-92ed-4da9-a75e-875ab8ec805f" providerId="ADAL" clId="{1865A528-3365-45D8-816C-B1CED698EAE2}" dt="2023-09-20T15:04:28.430" v="4009" actId="1036"/>
          <ac:spMkLst>
            <pc:docMk/>
            <pc:sldMk cId="1339814064" sldId="280"/>
            <ac:spMk id="11" creationId="{7B834742-12C5-F536-5A5D-2B8E1C8940D0}"/>
          </ac:spMkLst>
        </pc:spChg>
        <pc:spChg chg="mod">
          <ac:chgData name="원종빈[ 학부재학 / 언어학과 ]" userId="e07aea9e-92ed-4da9-a75e-875ab8ec805f" providerId="ADAL" clId="{1865A528-3365-45D8-816C-B1CED698EAE2}" dt="2023-09-20T15:04:28.430" v="4009" actId="1036"/>
          <ac:spMkLst>
            <pc:docMk/>
            <pc:sldMk cId="1339814064" sldId="280"/>
            <ac:spMk id="14" creationId="{33E3DF1B-4306-171D-3CD3-379BEB3A255B}"/>
          </ac:spMkLst>
        </pc:spChg>
        <pc:spChg chg="mod">
          <ac:chgData name="원종빈[ 학부재학 / 언어학과 ]" userId="e07aea9e-92ed-4da9-a75e-875ab8ec805f" providerId="ADAL" clId="{1865A528-3365-45D8-816C-B1CED698EAE2}" dt="2023-09-20T15:04:28.430" v="4009" actId="1036"/>
          <ac:spMkLst>
            <pc:docMk/>
            <pc:sldMk cId="1339814064" sldId="280"/>
            <ac:spMk id="16" creationId="{C9785A5E-3275-86B8-23DE-7315AFCA26F4}"/>
          </ac:spMkLst>
        </pc:spChg>
        <pc:spChg chg="del">
          <ac:chgData name="원종빈[ 학부재학 / 언어학과 ]" userId="e07aea9e-92ed-4da9-a75e-875ab8ec805f" providerId="ADAL" clId="{1865A528-3365-45D8-816C-B1CED698EAE2}" dt="2023-09-20T14:58:12.732" v="3794"/>
          <ac:spMkLst>
            <pc:docMk/>
            <pc:sldMk cId="1339814064" sldId="280"/>
            <ac:spMk id="27" creationId="{70155189-D96C-4527-B0EC-654B946BE615}"/>
          </ac:spMkLst>
        </pc:spChg>
        <pc:picChg chg="add del mod">
          <ac:chgData name="원종빈[ 학부재학 / 언어학과 ]" userId="e07aea9e-92ed-4da9-a75e-875ab8ec805f" providerId="ADAL" clId="{1865A528-3365-45D8-816C-B1CED698EAE2}" dt="2023-09-20T14:58:27.353" v="3800" actId="21"/>
          <ac:picMkLst>
            <pc:docMk/>
            <pc:sldMk cId="1339814064" sldId="280"/>
            <ac:picMk id="2" creationId="{B59F813A-5B4F-3AC0-F9E1-EC2FBDEAD034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5:04:28.430" v="4009" actId="1036"/>
          <ac:picMkLst>
            <pc:docMk/>
            <pc:sldMk cId="1339814064" sldId="280"/>
            <ac:picMk id="3" creationId="{FECC98D6-730E-A830-9491-A6F7FCABF931}"/>
          </ac:picMkLst>
        </pc:picChg>
        <pc:picChg chg="add del mod">
          <ac:chgData name="원종빈[ 학부재학 / 언어학과 ]" userId="e07aea9e-92ed-4da9-a75e-875ab8ec805f" providerId="ADAL" clId="{1865A528-3365-45D8-816C-B1CED698EAE2}" dt="2023-09-20T14:59:05.220" v="3811" actId="21"/>
          <ac:picMkLst>
            <pc:docMk/>
            <pc:sldMk cId="1339814064" sldId="280"/>
            <ac:picMk id="5" creationId="{A2B225BE-7CE4-77ED-1501-B304CF774D3A}"/>
          </ac:picMkLst>
        </pc:picChg>
        <pc:picChg chg="del">
          <ac:chgData name="원종빈[ 학부재학 / 언어학과 ]" userId="e07aea9e-92ed-4da9-a75e-875ab8ec805f" providerId="ADAL" clId="{1865A528-3365-45D8-816C-B1CED698EAE2}" dt="2023-09-20T14:58:28.846" v="3801" actId="478"/>
          <ac:picMkLst>
            <pc:docMk/>
            <pc:sldMk cId="1339814064" sldId="280"/>
            <ac:picMk id="6" creationId="{44FC0161-38C5-28DE-DB90-1D6546D342FB}"/>
          </ac:picMkLst>
        </pc:picChg>
        <pc:picChg chg="del">
          <ac:chgData name="원종빈[ 학부재학 / 언어학과 ]" userId="e07aea9e-92ed-4da9-a75e-875ab8ec805f" providerId="ADAL" clId="{1865A528-3365-45D8-816C-B1CED698EAE2}" dt="2023-09-20T14:59:39.352" v="3819" actId="478"/>
          <ac:picMkLst>
            <pc:docMk/>
            <pc:sldMk cId="1339814064" sldId="280"/>
            <ac:picMk id="7" creationId="{9FAC7023-D2AF-575C-904B-1588EA197847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5:04:28.430" v="4009" actId="1036"/>
          <ac:picMkLst>
            <pc:docMk/>
            <pc:sldMk cId="1339814064" sldId="280"/>
            <ac:picMk id="13" creationId="{2CA6E80A-ADC5-7576-B730-7667F0DD1B11}"/>
          </ac:picMkLst>
        </pc:picChg>
        <pc:picChg chg="add del mod">
          <ac:chgData name="원종빈[ 학부재학 / 언어학과 ]" userId="e07aea9e-92ed-4da9-a75e-875ab8ec805f" providerId="ADAL" clId="{1865A528-3365-45D8-816C-B1CED698EAE2}" dt="2023-09-20T14:59:38.296" v="3818" actId="21"/>
          <ac:picMkLst>
            <pc:docMk/>
            <pc:sldMk cId="1339814064" sldId="280"/>
            <ac:picMk id="15" creationId="{FAED3B34-7458-815A-3460-D320173A4988}"/>
          </ac:picMkLst>
        </pc:picChg>
        <pc:picChg chg="add del">
          <ac:chgData name="원종빈[ 학부재학 / 언어학과 ]" userId="e07aea9e-92ed-4da9-a75e-875ab8ec805f" providerId="ADAL" clId="{1865A528-3365-45D8-816C-B1CED698EAE2}" dt="2023-09-20T14:59:20.619" v="3813" actId="478"/>
          <ac:picMkLst>
            <pc:docMk/>
            <pc:sldMk cId="1339814064" sldId="280"/>
            <ac:picMk id="17" creationId="{A4568EB4-1305-9C9D-7402-4DB2A0A09B45}"/>
          </ac:picMkLst>
        </pc:picChg>
        <pc:picChg chg="add del mod">
          <ac:chgData name="원종빈[ 학부재학 / 언어학과 ]" userId="e07aea9e-92ed-4da9-a75e-875ab8ec805f" providerId="ADAL" clId="{1865A528-3365-45D8-816C-B1CED698EAE2}" dt="2023-09-20T14:59:45.219" v="3821" actId="21"/>
          <ac:picMkLst>
            <pc:docMk/>
            <pc:sldMk cId="1339814064" sldId="280"/>
            <ac:picMk id="18" creationId="{C24C28A1-72FF-B6C6-9290-4386317A4B46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5:04:28.430" v="4009" actId="1036"/>
          <ac:picMkLst>
            <pc:docMk/>
            <pc:sldMk cId="1339814064" sldId="280"/>
            <ac:picMk id="19" creationId="{4358A82F-F5E5-0CC7-7C55-0E4394C2E114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5:04:34.429" v="4011" actId="1076"/>
          <ac:picMkLst>
            <pc:docMk/>
            <pc:sldMk cId="1339814064" sldId="280"/>
            <ac:picMk id="23" creationId="{24FE11C0-6B61-2BD8-1056-59BEB7838D8E}"/>
          </ac:picMkLst>
        </pc:picChg>
        <pc:cxnChg chg="del">
          <ac:chgData name="원종빈[ 학부재학 / 언어학과 ]" userId="e07aea9e-92ed-4da9-a75e-875ab8ec805f" providerId="ADAL" clId="{1865A528-3365-45D8-816C-B1CED698EAE2}" dt="2023-09-20T14:59:46.768" v="3822" actId="478"/>
          <ac:cxnSpMkLst>
            <pc:docMk/>
            <pc:sldMk cId="1339814064" sldId="280"/>
            <ac:cxnSpMk id="12" creationId="{48E73D34-55C9-3275-BFD4-983EAC0DF28B}"/>
          </ac:cxnSpMkLst>
        </pc:cxnChg>
        <pc:cxnChg chg="add mod">
          <ac:chgData name="원종빈[ 학부재학 / 언어학과 ]" userId="e07aea9e-92ed-4da9-a75e-875ab8ec805f" providerId="ADAL" clId="{1865A528-3365-45D8-816C-B1CED698EAE2}" dt="2023-09-20T15:04:28.430" v="4009" actId="1036"/>
          <ac:cxnSpMkLst>
            <pc:docMk/>
            <pc:sldMk cId="1339814064" sldId="280"/>
            <ac:cxnSpMk id="21" creationId="{F2C29854-424E-0C17-8BAB-F49CC999450B}"/>
          </ac:cxnSpMkLst>
        </pc:cxnChg>
        <pc:cxnChg chg="add mod">
          <ac:chgData name="원종빈[ 학부재학 / 언어학과 ]" userId="e07aea9e-92ed-4da9-a75e-875ab8ec805f" providerId="ADAL" clId="{1865A528-3365-45D8-816C-B1CED698EAE2}" dt="2023-09-20T15:05:15.367" v="4015" actId="1582"/>
          <ac:cxnSpMkLst>
            <pc:docMk/>
            <pc:sldMk cId="1339814064" sldId="280"/>
            <ac:cxnSpMk id="25" creationId="{F9FF7084-0BF5-E6A1-976C-AD6B5E1EBD59}"/>
          </ac:cxnSpMkLst>
        </pc:cxnChg>
      </pc:sldChg>
      <pc:sldChg chg="addSp delSp modSp new mod">
        <pc:chgData name="원종빈[ 학부재학 / 언어학과 ]" userId="e07aea9e-92ed-4da9-a75e-875ab8ec805f" providerId="ADAL" clId="{1865A528-3365-45D8-816C-B1CED698EAE2}" dt="2023-09-20T16:03:19.715" v="4711" actId="20577"/>
        <pc:sldMkLst>
          <pc:docMk/>
          <pc:sldMk cId="1237562566" sldId="281"/>
        </pc:sldMkLst>
        <pc:spChg chg="mod">
          <ac:chgData name="원종빈[ 학부재학 / 언어학과 ]" userId="e07aea9e-92ed-4da9-a75e-875ab8ec805f" providerId="ADAL" clId="{1865A528-3365-45D8-816C-B1CED698EAE2}" dt="2023-09-20T16:03:19.715" v="4711" actId="20577"/>
          <ac:spMkLst>
            <pc:docMk/>
            <pc:sldMk cId="1237562566" sldId="281"/>
            <ac:spMk id="2" creationId="{F4213FC9-06EB-0C79-5886-69EBF892E2C8}"/>
          </ac:spMkLst>
        </pc:spChg>
        <pc:spChg chg="del">
          <ac:chgData name="원종빈[ 학부재학 / 언어학과 ]" userId="e07aea9e-92ed-4da9-a75e-875ab8ec805f" providerId="ADAL" clId="{1865A528-3365-45D8-816C-B1CED698EAE2}" dt="2023-09-20T15:29:18.435" v="4428"/>
          <ac:spMkLst>
            <pc:docMk/>
            <pc:sldMk cId="1237562566" sldId="281"/>
            <ac:spMk id="3" creationId="{8C347B80-B9AF-B3EE-C095-DCFEEBC935D1}"/>
          </ac:spMkLst>
        </pc:spChg>
        <pc:spChg chg="add del mod">
          <ac:chgData name="원종빈[ 학부재학 / 언어학과 ]" userId="e07aea9e-92ed-4da9-a75e-875ab8ec805f" providerId="ADAL" clId="{1865A528-3365-45D8-816C-B1CED698EAE2}" dt="2023-09-20T15:29:50.131" v="4434"/>
          <ac:spMkLst>
            <pc:docMk/>
            <pc:sldMk cId="1237562566" sldId="281"/>
            <ac:spMk id="10" creationId="{5217C872-29AC-D267-D4D9-C841D6C1E1BB}"/>
          </ac:spMkLst>
        </pc:spChg>
        <pc:spChg chg="add del mod">
          <ac:chgData name="원종빈[ 학부재학 / 언어학과 ]" userId="e07aea9e-92ed-4da9-a75e-875ab8ec805f" providerId="ADAL" clId="{1865A528-3365-45D8-816C-B1CED698EAE2}" dt="2023-09-20T15:30:07.227" v="4439"/>
          <ac:spMkLst>
            <pc:docMk/>
            <pc:sldMk cId="1237562566" sldId="281"/>
            <ac:spMk id="14" creationId="{87C48B3E-3862-D412-44E7-55BF5092ECE6}"/>
          </ac:spMkLst>
        </pc:spChg>
        <pc:spChg chg="add mod">
          <ac:chgData name="원종빈[ 학부재학 / 언어학과 ]" userId="e07aea9e-92ed-4da9-a75e-875ab8ec805f" providerId="ADAL" clId="{1865A528-3365-45D8-816C-B1CED698EAE2}" dt="2023-09-20T15:59:05.820" v="4533" actId="20577"/>
          <ac:spMkLst>
            <pc:docMk/>
            <pc:sldMk cId="1237562566" sldId="281"/>
            <ac:spMk id="19" creationId="{7ADFAAC8-52DD-D2CC-180E-AC5A7CA9FD77}"/>
          </ac:spMkLst>
        </pc:spChg>
        <pc:spChg chg="add mod">
          <ac:chgData name="원종빈[ 학부재학 / 언어학과 ]" userId="e07aea9e-92ed-4da9-a75e-875ab8ec805f" providerId="ADAL" clId="{1865A528-3365-45D8-816C-B1CED698EAE2}" dt="2023-09-20T15:59:08.339" v="4534" actId="20577"/>
          <ac:spMkLst>
            <pc:docMk/>
            <pc:sldMk cId="1237562566" sldId="281"/>
            <ac:spMk id="20" creationId="{60F915D4-7E90-751C-12BD-F19862305696}"/>
          </ac:spMkLst>
        </pc:spChg>
        <pc:picChg chg="add del mod">
          <ac:chgData name="원종빈[ 학부재학 / 언어학과 ]" userId="e07aea9e-92ed-4da9-a75e-875ab8ec805f" providerId="ADAL" clId="{1865A528-3365-45D8-816C-B1CED698EAE2}" dt="2023-09-20T15:29:46.021" v="4433" actId="478"/>
          <ac:picMkLst>
            <pc:docMk/>
            <pc:sldMk cId="1237562566" sldId="281"/>
            <ac:picMk id="6" creationId="{8A84288E-E190-E95A-C92D-FE38862AABFC}"/>
          </ac:picMkLst>
        </pc:picChg>
        <pc:picChg chg="add del mod">
          <ac:chgData name="원종빈[ 학부재학 / 언어학과 ]" userId="e07aea9e-92ed-4da9-a75e-875ab8ec805f" providerId="ADAL" clId="{1865A528-3365-45D8-816C-B1CED698EAE2}" dt="2023-09-20T15:30:04.557" v="4437" actId="478"/>
          <ac:picMkLst>
            <pc:docMk/>
            <pc:sldMk cId="1237562566" sldId="281"/>
            <ac:picMk id="8" creationId="{AA864205-57BC-1EC0-A1A6-C82BC12A3817}"/>
          </ac:picMkLst>
        </pc:picChg>
        <pc:picChg chg="add del mod">
          <ac:chgData name="원종빈[ 학부재학 / 언어학과 ]" userId="e07aea9e-92ed-4da9-a75e-875ab8ec805f" providerId="ADAL" clId="{1865A528-3365-45D8-816C-B1CED698EAE2}" dt="2023-09-20T15:30:05.122" v="4438" actId="478"/>
          <ac:picMkLst>
            <pc:docMk/>
            <pc:sldMk cId="1237562566" sldId="281"/>
            <ac:picMk id="12" creationId="{4D7E7C91-1491-B7EE-CD66-DC0A2F2C897D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5:30:12.249" v="4440" actId="1076"/>
          <ac:picMkLst>
            <pc:docMk/>
            <pc:sldMk cId="1237562566" sldId="281"/>
            <ac:picMk id="16" creationId="{845F847D-131D-8E9F-652D-0818A81956B9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5:30:22.272" v="4442" actId="1076"/>
          <ac:picMkLst>
            <pc:docMk/>
            <pc:sldMk cId="1237562566" sldId="281"/>
            <ac:picMk id="18" creationId="{FC21E8D1-FC12-7C0E-8C19-C499A33E7236}"/>
          </ac:picMkLst>
        </pc:picChg>
      </pc:sldChg>
      <pc:sldChg chg="addSp delSp modSp new mod">
        <pc:chgData name="원종빈[ 학부재학 / 언어학과 ]" userId="e07aea9e-92ed-4da9-a75e-875ab8ec805f" providerId="ADAL" clId="{1865A528-3365-45D8-816C-B1CED698EAE2}" dt="2023-09-20T16:03:53.363" v="4717" actId="1076"/>
        <pc:sldMkLst>
          <pc:docMk/>
          <pc:sldMk cId="2584428836" sldId="282"/>
        </pc:sldMkLst>
        <pc:spChg chg="mod">
          <ac:chgData name="원종빈[ 학부재학 / 언어학과 ]" userId="e07aea9e-92ed-4da9-a75e-875ab8ec805f" providerId="ADAL" clId="{1865A528-3365-45D8-816C-B1CED698EAE2}" dt="2023-09-20T16:03:30.565" v="4712"/>
          <ac:spMkLst>
            <pc:docMk/>
            <pc:sldMk cId="2584428836" sldId="282"/>
            <ac:spMk id="2" creationId="{273A4D6E-73FD-02A6-3E9C-046ACB7ACFCA}"/>
          </ac:spMkLst>
        </pc:spChg>
        <pc:spChg chg="del">
          <ac:chgData name="원종빈[ 학부재학 / 언어학과 ]" userId="e07aea9e-92ed-4da9-a75e-875ab8ec805f" providerId="ADAL" clId="{1865A528-3365-45D8-816C-B1CED698EAE2}" dt="2023-09-20T16:03:40.435" v="4713"/>
          <ac:spMkLst>
            <pc:docMk/>
            <pc:sldMk cId="2584428836" sldId="282"/>
            <ac:spMk id="3" creationId="{47890BC3-4A6C-1E49-4942-F94E774CF4B8}"/>
          </ac:spMkLst>
        </pc:spChg>
        <pc:picChg chg="add mod">
          <ac:chgData name="원종빈[ 학부재학 / 언어학과 ]" userId="e07aea9e-92ed-4da9-a75e-875ab8ec805f" providerId="ADAL" clId="{1865A528-3365-45D8-816C-B1CED698EAE2}" dt="2023-09-20T16:03:53.363" v="4717" actId="1076"/>
          <ac:picMkLst>
            <pc:docMk/>
            <pc:sldMk cId="2584428836" sldId="282"/>
            <ac:picMk id="6" creationId="{64E2E32C-0EC9-DB84-E260-59909CF478E6}"/>
          </ac:picMkLst>
        </pc:picChg>
        <pc:picChg chg="add mod">
          <ac:chgData name="원종빈[ 학부재학 / 언어학과 ]" userId="e07aea9e-92ed-4da9-a75e-875ab8ec805f" providerId="ADAL" clId="{1865A528-3365-45D8-816C-B1CED698EAE2}" dt="2023-09-20T16:03:52.183" v="4716" actId="1076"/>
          <ac:picMkLst>
            <pc:docMk/>
            <pc:sldMk cId="2584428836" sldId="282"/>
            <ac:picMk id="8" creationId="{B69794AC-2A8C-58DC-FE90-7024ECA7C618}"/>
          </ac:picMkLst>
        </pc:picChg>
      </pc:sldChg>
      <pc:sldChg chg="addSp delSp modSp add mod">
        <pc:chgData name="원종빈[ 학부재학 / 언어학과 ]" userId="e07aea9e-92ed-4da9-a75e-875ab8ec805f" providerId="ADAL" clId="{1865A528-3365-45D8-816C-B1CED698EAE2}" dt="2023-09-20T16:07:19.792" v="4793" actId="115"/>
        <pc:sldMkLst>
          <pc:docMk/>
          <pc:sldMk cId="2126452296" sldId="283"/>
        </pc:sldMkLst>
        <pc:spChg chg="add del mod">
          <ac:chgData name="원종빈[ 학부재학 / 언어학과 ]" userId="e07aea9e-92ed-4da9-a75e-875ab8ec805f" providerId="ADAL" clId="{1865A528-3365-45D8-816C-B1CED698EAE2}" dt="2023-09-20T16:05:40.113" v="4721" actId="478"/>
          <ac:spMkLst>
            <pc:docMk/>
            <pc:sldMk cId="2126452296" sldId="283"/>
            <ac:spMk id="5" creationId="{F74010E1-6037-C3EB-7A9D-498D879519D9}"/>
          </ac:spMkLst>
        </pc:spChg>
        <pc:spChg chg="add mod">
          <ac:chgData name="원종빈[ 학부재학 / 언어학과 ]" userId="e07aea9e-92ed-4da9-a75e-875ab8ec805f" providerId="ADAL" clId="{1865A528-3365-45D8-816C-B1CED698EAE2}" dt="2023-09-20T16:07:19.792" v="4793" actId="115"/>
          <ac:spMkLst>
            <pc:docMk/>
            <pc:sldMk cId="2126452296" sldId="283"/>
            <ac:spMk id="8" creationId="{321B51A6-7BC5-371C-6030-AF1C9BDB57E5}"/>
          </ac:spMkLst>
        </pc:spChg>
        <pc:spChg chg="mod">
          <ac:chgData name="원종빈[ 학부재학 / 언어학과 ]" userId="e07aea9e-92ed-4da9-a75e-875ab8ec805f" providerId="ADAL" clId="{1865A528-3365-45D8-816C-B1CED698EAE2}" dt="2023-09-20T16:07:16.285" v="4791" actId="115"/>
          <ac:spMkLst>
            <pc:docMk/>
            <pc:sldMk cId="2126452296" sldId="283"/>
            <ac:spMk id="19" creationId="{7ADFAAC8-52DD-D2CC-180E-AC5A7CA9FD77}"/>
          </ac:spMkLst>
        </pc:spChg>
        <pc:spChg chg="del">
          <ac:chgData name="원종빈[ 학부재학 / 언어학과 ]" userId="e07aea9e-92ed-4da9-a75e-875ab8ec805f" providerId="ADAL" clId="{1865A528-3365-45D8-816C-B1CED698EAE2}" dt="2023-09-20T16:05:39.181" v="4720" actId="478"/>
          <ac:spMkLst>
            <pc:docMk/>
            <pc:sldMk cId="2126452296" sldId="283"/>
            <ac:spMk id="20" creationId="{60F915D4-7E90-751C-12BD-F19862305696}"/>
          </ac:spMkLst>
        </pc:spChg>
        <pc:picChg chg="add mod">
          <ac:chgData name="원종빈[ 학부재학 / 언어학과 ]" userId="e07aea9e-92ed-4da9-a75e-875ab8ec805f" providerId="ADAL" clId="{1865A528-3365-45D8-816C-B1CED698EAE2}" dt="2023-09-20T16:06:04.472" v="4724" actId="1076"/>
          <ac:picMkLst>
            <pc:docMk/>
            <pc:sldMk cId="2126452296" sldId="283"/>
            <ac:picMk id="7" creationId="{6D6114A8-1877-C49F-10B9-5D7A58345DA5}"/>
          </ac:picMkLst>
        </pc:picChg>
        <pc:picChg chg="del">
          <ac:chgData name="원종빈[ 학부재학 / 언어학과 ]" userId="e07aea9e-92ed-4da9-a75e-875ab8ec805f" providerId="ADAL" clId="{1865A528-3365-45D8-816C-B1CED698EAE2}" dt="2023-09-20T16:05:35.948" v="4719" actId="478"/>
          <ac:picMkLst>
            <pc:docMk/>
            <pc:sldMk cId="2126452296" sldId="283"/>
            <ac:picMk id="16" creationId="{845F847D-131D-8E9F-652D-0818A81956B9}"/>
          </ac:picMkLst>
        </pc:picChg>
      </pc:sldChg>
      <pc:sldChg chg="modSp new mod">
        <pc:chgData name="원종빈[ 학부재학 / 언어학과 ]" userId="e07aea9e-92ed-4da9-a75e-875ab8ec805f" providerId="ADAL" clId="{1865A528-3365-45D8-816C-B1CED698EAE2}" dt="2023-09-20T16:17:14.151" v="4795"/>
        <pc:sldMkLst>
          <pc:docMk/>
          <pc:sldMk cId="2290512017" sldId="284"/>
        </pc:sldMkLst>
        <pc:spChg chg="mod">
          <ac:chgData name="원종빈[ 학부재학 / 언어학과 ]" userId="e07aea9e-92ed-4da9-a75e-875ab8ec805f" providerId="ADAL" clId="{1865A528-3365-45D8-816C-B1CED698EAE2}" dt="2023-09-20T16:17:14.151" v="4795"/>
          <ac:spMkLst>
            <pc:docMk/>
            <pc:sldMk cId="2290512017" sldId="284"/>
            <ac:spMk id="2" creationId="{07FD6577-660A-DC29-277A-EBAF122E270D}"/>
          </ac:spMkLst>
        </pc:spChg>
      </pc:sldChg>
      <pc:sldChg chg="addSp modSp add del mod">
        <pc:chgData name="원종빈[ 학부재학 / 언어학과 ]" userId="e07aea9e-92ed-4da9-a75e-875ab8ec805f" providerId="ADAL" clId="{1865A528-3365-45D8-816C-B1CED698EAE2}" dt="2023-09-20T16:06:45.488" v="4766" actId="2696"/>
        <pc:sldMkLst>
          <pc:docMk/>
          <pc:sldMk cId="3484882527" sldId="284"/>
        </pc:sldMkLst>
        <pc:spChg chg="add mod">
          <ac:chgData name="원종빈[ 학부재학 / 언어학과 ]" userId="e07aea9e-92ed-4da9-a75e-875ab8ec805f" providerId="ADAL" clId="{1865A528-3365-45D8-816C-B1CED698EAE2}" dt="2023-09-20T16:06:37.831" v="4765" actId="1076"/>
          <ac:spMkLst>
            <pc:docMk/>
            <pc:sldMk cId="3484882527" sldId="284"/>
            <ac:spMk id="3" creationId="{B4187114-4E2D-5906-9D1B-AF88DAE8211C}"/>
          </ac:spMkLst>
        </pc:spChg>
      </pc:sldChg>
      <pc:sldChg chg="modSp new mod">
        <pc:chgData name="원종빈[ 학부재학 / 언어학과 ]" userId="e07aea9e-92ed-4da9-a75e-875ab8ec805f" providerId="ADAL" clId="{1865A528-3365-45D8-816C-B1CED698EAE2}" dt="2023-09-20T16:17:29.316" v="4797"/>
        <pc:sldMkLst>
          <pc:docMk/>
          <pc:sldMk cId="1022239055" sldId="285"/>
        </pc:sldMkLst>
        <pc:spChg chg="mod">
          <ac:chgData name="원종빈[ 학부재학 / 언어학과 ]" userId="e07aea9e-92ed-4da9-a75e-875ab8ec805f" providerId="ADAL" clId="{1865A528-3365-45D8-816C-B1CED698EAE2}" dt="2023-09-20T16:17:29.316" v="4797"/>
          <ac:spMkLst>
            <pc:docMk/>
            <pc:sldMk cId="1022239055" sldId="285"/>
            <ac:spMk id="2" creationId="{603B8156-4971-4A02-829B-AD61829FDE13}"/>
          </ac:spMkLst>
        </pc:spChg>
      </pc:sldChg>
      <pc:sldChg chg="modSp new mod">
        <pc:chgData name="원종빈[ 학부재학 / 언어학과 ]" userId="e07aea9e-92ed-4da9-a75e-875ab8ec805f" providerId="ADAL" clId="{1865A528-3365-45D8-816C-B1CED698EAE2}" dt="2023-09-20T16:22:58.699" v="4845" actId="20577"/>
        <pc:sldMkLst>
          <pc:docMk/>
          <pc:sldMk cId="96546812" sldId="286"/>
        </pc:sldMkLst>
        <pc:spChg chg="mod">
          <ac:chgData name="원종빈[ 학부재학 / 언어학과 ]" userId="e07aea9e-92ed-4da9-a75e-875ab8ec805f" providerId="ADAL" clId="{1865A528-3365-45D8-816C-B1CED698EAE2}" dt="2023-09-20T16:22:58.699" v="4845" actId="20577"/>
          <ac:spMkLst>
            <pc:docMk/>
            <pc:sldMk cId="96546812" sldId="286"/>
            <ac:spMk id="2" creationId="{C28CA12B-EC33-D227-A9FD-B6494626106C}"/>
          </ac:spMkLst>
        </pc:spChg>
      </pc:sldChg>
      <pc:sldMasterChg chg="add addSldLayout">
        <pc:chgData name="원종빈[ 학부재학 / 언어학과 ]" userId="e07aea9e-92ed-4da9-a75e-875ab8ec805f" providerId="ADAL" clId="{1865A528-3365-45D8-816C-B1CED698EAE2}" dt="2023-09-20T13:29:49.302" v="1058" actId="27028"/>
        <pc:sldMasterMkLst>
          <pc:docMk/>
          <pc:sldMasterMk cId="1217815699" sldId="2147483648"/>
        </pc:sldMasterMkLst>
        <pc:sldLayoutChg chg="add">
          <pc:chgData name="원종빈[ 학부재학 / 언어학과 ]" userId="e07aea9e-92ed-4da9-a75e-875ab8ec805f" providerId="ADAL" clId="{1865A528-3365-45D8-816C-B1CED698EAE2}" dt="2023-09-20T13:29:49.302" v="1058" actId="27028"/>
          <pc:sldLayoutMkLst>
            <pc:docMk/>
            <pc:sldMasterMk cId="1217815699" sldId="2147483648"/>
            <pc:sldLayoutMk cId="3271689274" sldId="2147483650"/>
          </pc:sldLayoutMkLst>
        </pc:sldLayoutChg>
      </pc:sldMasterChg>
      <pc:sldMasterChg chg="replId modSldLayout">
        <pc:chgData name="원종빈[ 학부재학 / 언어학과 ]" userId="e07aea9e-92ed-4da9-a75e-875ab8ec805f" providerId="ADAL" clId="{1865A528-3365-45D8-816C-B1CED698EAE2}" dt="2023-09-20T13:29:49.302" v="1058" actId="27028"/>
        <pc:sldMasterMkLst>
          <pc:docMk/>
          <pc:sldMasterMk cId="2777618714" sldId="2147483660"/>
        </pc:sldMasterMkLst>
        <pc:sldLayoutChg chg="replId">
          <pc:chgData name="원종빈[ 학부재학 / 언어학과 ]" userId="e07aea9e-92ed-4da9-a75e-875ab8ec805f" providerId="ADAL" clId="{1865A528-3365-45D8-816C-B1CED698EAE2}" dt="2023-09-20T13:29:49.302" v="1058" actId="27028"/>
          <pc:sldLayoutMkLst>
            <pc:docMk/>
            <pc:sldMasterMk cId="2777618714" sldId="2147483660"/>
            <pc:sldLayoutMk cId="3723364684" sldId="2147483661"/>
          </pc:sldLayoutMkLst>
        </pc:sldLayoutChg>
      </pc:sldMasterChg>
    </pc:docChg>
  </pc:docChgLst>
  <pc:docChgLst>
    <pc:chgData name="원종빈[ 학부재학 / 언어학과 ]" userId="e07aea9e-92ed-4da9-a75e-875ab8ec805f" providerId="ADAL" clId="{11B60F04-8A1F-4445-87A9-9F6167518788}"/>
    <pc:docChg chg="undo custSel addSld modSld">
      <pc:chgData name="원종빈[ 학부재학 / 언어학과 ]" userId="e07aea9e-92ed-4da9-a75e-875ab8ec805f" providerId="ADAL" clId="{11B60F04-8A1F-4445-87A9-9F6167518788}" dt="2023-09-20T03:49:08.205" v="1515" actId="20577"/>
      <pc:docMkLst>
        <pc:docMk/>
      </pc:docMkLst>
      <pc:sldChg chg="addSp modSp mod">
        <pc:chgData name="원종빈[ 학부재학 / 언어학과 ]" userId="e07aea9e-92ed-4da9-a75e-875ab8ec805f" providerId="ADAL" clId="{11B60F04-8A1F-4445-87A9-9F6167518788}" dt="2023-09-20T03:44:51.393" v="1190" actId="1076"/>
        <pc:sldMkLst>
          <pc:docMk/>
          <pc:sldMk cId="1542910593" sldId="256"/>
        </pc:sldMkLst>
        <pc:spChg chg="mod">
          <ac:chgData name="원종빈[ 학부재학 / 언어학과 ]" userId="e07aea9e-92ed-4da9-a75e-875ab8ec805f" providerId="ADAL" clId="{11B60F04-8A1F-4445-87A9-9F6167518788}" dt="2023-09-20T03:43:27.609" v="1067" actId="20577"/>
          <ac:spMkLst>
            <pc:docMk/>
            <pc:sldMk cId="1542910593" sldId="256"/>
            <ac:spMk id="2" creationId="{775565D4-2FFE-6D15-0028-57262E09F969}"/>
          </ac:spMkLst>
        </pc:spChg>
        <pc:spChg chg="mod">
          <ac:chgData name="원종빈[ 학부재학 / 언어학과 ]" userId="e07aea9e-92ed-4da9-a75e-875ab8ec805f" providerId="ADAL" clId="{11B60F04-8A1F-4445-87A9-9F6167518788}" dt="2023-09-20T03:43:44.717" v="1109" actId="207"/>
          <ac:spMkLst>
            <pc:docMk/>
            <pc:sldMk cId="1542910593" sldId="256"/>
            <ac:spMk id="3" creationId="{3C65C38E-E5BA-C7B8-9086-DEC85DAEF8A2}"/>
          </ac:spMkLst>
        </pc:spChg>
        <pc:spChg chg="add mod">
          <ac:chgData name="원종빈[ 학부재학 / 언어학과 ]" userId="e07aea9e-92ed-4da9-a75e-875ab8ec805f" providerId="ADAL" clId="{11B60F04-8A1F-4445-87A9-9F6167518788}" dt="2023-09-20T03:44:51.393" v="1190" actId="1076"/>
          <ac:spMkLst>
            <pc:docMk/>
            <pc:sldMk cId="1542910593" sldId="256"/>
            <ac:spMk id="5" creationId="{65656D7A-CD5B-E14F-5737-6F9769CF9E1D}"/>
          </ac:spMkLst>
        </pc:spChg>
      </pc:sldChg>
      <pc:sldChg chg="modSp new mod">
        <pc:chgData name="원종빈[ 학부재학 / 언어학과 ]" userId="e07aea9e-92ed-4da9-a75e-875ab8ec805f" providerId="ADAL" clId="{11B60F04-8A1F-4445-87A9-9F6167518788}" dt="2023-09-20T03:46:45.264" v="1310" actId="5793"/>
        <pc:sldMkLst>
          <pc:docMk/>
          <pc:sldMk cId="1474149068" sldId="260"/>
        </pc:sldMkLst>
        <pc:spChg chg="mod">
          <ac:chgData name="원종빈[ 학부재학 / 언어학과 ]" userId="e07aea9e-92ed-4da9-a75e-875ab8ec805f" providerId="ADAL" clId="{11B60F04-8A1F-4445-87A9-9F6167518788}" dt="2023-09-18T00:31:13.917" v="7" actId="20577"/>
          <ac:spMkLst>
            <pc:docMk/>
            <pc:sldMk cId="1474149068" sldId="260"/>
            <ac:spMk id="2" creationId="{3EFDA9F1-3A0B-E841-AD8C-7608C3803033}"/>
          </ac:spMkLst>
        </pc:spChg>
        <pc:spChg chg="mod">
          <ac:chgData name="원종빈[ 학부재학 / 언어학과 ]" userId="e07aea9e-92ed-4da9-a75e-875ab8ec805f" providerId="ADAL" clId="{11B60F04-8A1F-4445-87A9-9F6167518788}" dt="2023-09-20T03:46:45.264" v="1310" actId="5793"/>
          <ac:spMkLst>
            <pc:docMk/>
            <pc:sldMk cId="1474149068" sldId="260"/>
            <ac:spMk id="3" creationId="{B945FD3B-739D-E48B-BA80-9CF7AA1D86B9}"/>
          </ac:spMkLst>
        </pc:spChg>
      </pc:sldChg>
      <pc:sldChg chg="modSp new mod">
        <pc:chgData name="원종빈[ 학부재학 / 언어학과 ]" userId="e07aea9e-92ed-4da9-a75e-875ab8ec805f" providerId="ADAL" clId="{11B60F04-8A1F-4445-87A9-9F6167518788}" dt="2023-09-18T02:42:04.602" v="1044" actId="20577"/>
        <pc:sldMkLst>
          <pc:docMk/>
          <pc:sldMk cId="253850632" sldId="261"/>
        </pc:sldMkLst>
        <pc:spChg chg="mod">
          <ac:chgData name="원종빈[ 학부재학 / 언어학과 ]" userId="e07aea9e-92ed-4da9-a75e-875ab8ec805f" providerId="ADAL" clId="{11B60F04-8A1F-4445-87A9-9F6167518788}" dt="2023-09-18T00:46:46.933" v="818" actId="20577"/>
          <ac:spMkLst>
            <pc:docMk/>
            <pc:sldMk cId="253850632" sldId="261"/>
            <ac:spMk id="2" creationId="{EEBEC480-7AE6-FDBD-BD7C-56EAAA1A3ED8}"/>
          </ac:spMkLst>
        </pc:spChg>
        <pc:spChg chg="mod">
          <ac:chgData name="원종빈[ 학부재학 / 언어학과 ]" userId="e07aea9e-92ed-4da9-a75e-875ab8ec805f" providerId="ADAL" clId="{11B60F04-8A1F-4445-87A9-9F6167518788}" dt="2023-09-18T02:42:04.602" v="1044" actId="20577"/>
          <ac:spMkLst>
            <pc:docMk/>
            <pc:sldMk cId="253850632" sldId="261"/>
            <ac:spMk id="3" creationId="{8FB88C35-799E-16D0-45CA-C4AC1B16EF38}"/>
          </ac:spMkLst>
        </pc:spChg>
      </pc:sldChg>
      <pc:sldChg chg="modSp new mod">
        <pc:chgData name="원종빈[ 학부재학 / 언어학과 ]" userId="e07aea9e-92ed-4da9-a75e-875ab8ec805f" providerId="ADAL" clId="{11B60F04-8A1F-4445-87A9-9F6167518788}" dt="2023-09-20T03:49:08.205" v="1515" actId="20577"/>
        <pc:sldMkLst>
          <pc:docMk/>
          <pc:sldMk cId="1774494767" sldId="262"/>
        </pc:sldMkLst>
        <pc:spChg chg="mod">
          <ac:chgData name="원종빈[ 학부재학 / 언어학과 ]" userId="e07aea9e-92ed-4da9-a75e-875ab8ec805f" providerId="ADAL" clId="{11B60F04-8A1F-4445-87A9-9F6167518788}" dt="2023-09-20T03:46:54.121" v="1314" actId="20577"/>
          <ac:spMkLst>
            <pc:docMk/>
            <pc:sldMk cId="1774494767" sldId="262"/>
            <ac:spMk id="2" creationId="{090DF042-7606-1557-C44D-796AB92ED62D}"/>
          </ac:spMkLst>
        </pc:spChg>
        <pc:spChg chg="mod">
          <ac:chgData name="원종빈[ 학부재학 / 언어학과 ]" userId="e07aea9e-92ed-4da9-a75e-875ab8ec805f" providerId="ADAL" clId="{11B60F04-8A1F-4445-87A9-9F6167518788}" dt="2023-09-20T03:49:08.205" v="1515" actId="20577"/>
          <ac:spMkLst>
            <pc:docMk/>
            <pc:sldMk cId="1774494767" sldId="262"/>
            <ac:spMk id="3" creationId="{C9325F10-BBAB-F83A-2650-AF30B242F3B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A7FF64-B1DF-4638-B2B7-E893E1B86B18}" type="datetimeFigureOut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5900E6-3667-4B71-89CC-03E0617F48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073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900E6-3667-4B71-89CC-03E0617F483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49228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당연히 활성화함수들의 종류도 다양한데요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위의 세 함수는 책에서 소개한 함수들이고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아래 두 함수는 제가 따로 도입한 함수들입니다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그렇다면 다양한 활성화 함수들 중 가장 성능이 우수한 함수가 어떤 것일지 한번 같이 살펴보겠습니다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1732-B3E6-4875-899F-67B131D93ED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93117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실험에 사용한 모델 개요는 다음과 같습니다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이미지 배치처리 및 전처리를 거친 뒤</a:t>
            </a:r>
            <a:r>
              <a:rPr lang="en-US" altLang="ko-KR" dirty="0"/>
              <a:t>,</a:t>
            </a:r>
            <a:r>
              <a:rPr lang="ko-KR" altLang="en-US" dirty="0"/>
              <a:t> 두 개의 </a:t>
            </a:r>
            <a:r>
              <a:rPr lang="ko-KR" altLang="en-US" dirty="0" err="1"/>
              <a:t>아핀</a:t>
            </a:r>
            <a:r>
              <a:rPr lang="ko-KR" altLang="en-US" dirty="0"/>
              <a:t> 층으로 이뤄진 </a:t>
            </a:r>
            <a:r>
              <a:rPr lang="en-US" altLang="ko-KR" dirty="0"/>
              <a:t>MLP </a:t>
            </a:r>
            <a:r>
              <a:rPr lang="ko-KR" altLang="en-US" dirty="0"/>
              <a:t>모델에 집어넣었습니다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과정에서 앞서 말씀드렸던 활성화 함수들 중 하나를 </a:t>
            </a:r>
            <a:r>
              <a:rPr lang="ko-KR" altLang="en-US" dirty="0" err="1"/>
              <a:t>거쳤구요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첫번째 </a:t>
            </a:r>
            <a:r>
              <a:rPr lang="ko-KR" altLang="en-US" dirty="0" err="1"/>
              <a:t>아핀층에서</a:t>
            </a:r>
            <a:r>
              <a:rPr lang="ko-KR" altLang="en-US" dirty="0"/>
              <a:t> 인풋 사이즈의 경우</a:t>
            </a:r>
            <a:r>
              <a:rPr lang="en-US" altLang="ko-KR" dirty="0"/>
              <a:t>, MNIST</a:t>
            </a:r>
            <a:r>
              <a:rPr lang="ko-KR" altLang="en-US" dirty="0"/>
              <a:t>나 </a:t>
            </a:r>
            <a:r>
              <a:rPr lang="en-US" altLang="ko-KR" dirty="0" err="1"/>
              <a:t>FashinMNIST</a:t>
            </a:r>
            <a:r>
              <a:rPr lang="ko-KR" altLang="en-US" dirty="0"/>
              <a:t>는 </a:t>
            </a:r>
            <a:r>
              <a:rPr lang="en-US" altLang="ko-KR" dirty="0"/>
              <a:t>1*28*28, CIFAR-10</a:t>
            </a:r>
            <a:r>
              <a:rPr lang="ko-KR" altLang="en-US" dirty="0"/>
              <a:t>의 경우 </a:t>
            </a:r>
            <a:r>
              <a:rPr lang="en-US" altLang="ko-KR" dirty="0"/>
              <a:t>3*32*32</a:t>
            </a:r>
            <a:r>
              <a:rPr lang="ko-KR" altLang="en-US" dirty="0"/>
              <a:t>가 되겠지요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1732-B3E6-4875-899F-67B131D93ED0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55929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1732-B3E6-4875-899F-67B131D93ED0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3478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실험 결과는 다음과 같습니다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데이터셋별</a:t>
            </a:r>
            <a:r>
              <a:rPr lang="en-US" altLang="ko-KR" dirty="0"/>
              <a:t>/</a:t>
            </a:r>
            <a:r>
              <a:rPr lang="ko-KR" altLang="en-US" dirty="0"/>
              <a:t>활성화함수별 정확도 비교를 진행하기 전에</a:t>
            </a:r>
            <a:r>
              <a:rPr lang="en-US" altLang="ko-KR" dirty="0"/>
              <a:t>,</a:t>
            </a:r>
            <a:r>
              <a:rPr lang="ko-KR" altLang="en-US" dirty="0"/>
              <a:t>한 가지 재밌는 점은</a:t>
            </a:r>
            <a:r>
              <a:rPr lang="en-US" altLang="ko-KR" dirty="0"/>
              <a:t>, </a:t>
            </a:r>
            <a:r>
              <a:rPr lang="ko-KR" altLang="en-US" dirty="0"/>
              <a:t>여타 데이터셋들에 비해서 </a:t>
            </a:r>
            <a:r>
              <a:rPr lang="en-US" altLang="ko-KR" dirty="0"/>
              <a:t>MNIST </a:t>
            </a:r>
            <a:r>
              <a:rPr lang="ko-KR" altLang="en-US" dirty="0"/>
              <a:t>데이터셋은 굉장히 </a:t>
            </a:r>
            <a:r>
              <a:rPr lang="ko-KR" altLang="en-US" dirty="0" err="1"/>
              <a:t>단조적인</a:t>
            </a:r>
            <a:r>
              <a:rPr lang="ko-KR" altLang="en-US" dirty="0"/>
              <a:t> 학습 곡선을 보여준다는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학습을 진행할 수록 정확도 하락 없이 꾸준한 성능향상을 보여준다는 점에서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MNIST </a:t>
            </a:r>
            <a:r>
              <a:rPr lang="ko-KR" altLang="en-US" dirty="0"/>
              <a:t>데이터셋이 너무 쉽고</a:t>
            </a:r>
            <a:r>
              <a:rPr lang="en-US" altLang="ko-KR" dirty="0"/>
              <a:t>, </a:t>
            </a:r>
            <a:r>
              <a:rPr lang="ko-KR" altLang="en-US" dirty="0"/>
              <a:t>또 현대 </a:t>
            </a:r>
            <a:r>
              <a:rPr lang="ko-KR" altLang="en-US" dirty="0" err="1"/>
              <a:t>컴퓨터비젼</a:t>
            </a:r>
            <a:r>
              <a:rPr lang="ko-KR" altLang="en-US" dirty="0"/>
              <a:t> 문제에 적합하지 않다는 것을 보여준다고 할 수 있을 것 같습니다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1732-B3E6-4875-899F-67B131D93ED0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2825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1732-B3E6-4875-899F-67B131D93ED0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8811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ko-KR" altLang="en-US" dirty="0"/>
              <a:t>따라서 앞으로는 </a:t>
            </a:r>
            <a:r>
              <a:rPr lang="en-US" altLang="ko-KR" dirty="0"/>
              <a:t>leaky </a:t>
            </a:r>
            <a:r>
              <a:rPr lang="en-US" altLang="ko-KR" dirty="0" err="1"/>
              <a:t>ReLU</a:t>
            </a:r>
            <a:r>
              <a:rPr lang="en-US" altLang="ko-KR" dirty="0"/>
              <a:t> </a:t>
            </a:r>
            <a:r>
              <a:rPr lang="ko-KR" altLang="en-US" dirty="0"/>
              <a:t>계열의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1732-B3E6-4875-899F-67B131D93ED0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32442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ko-KR" altLang="en-US" dirty="0"/>
              <a:t>따라서 앞으로는 </a:t>
            </a:r>
            <a:r>
              <a:rPr lang="en-US" altLang="ko-KR" dirty="0"/>
              <a:t>leaky </a:t>
            </a:r>
            <a:r>
              <a:rPr lang="en-US" altLang="ko-KR" dirty="0" err="1"/>
              <a:t>ReLU</a:t>
            </a:r>
            <a:r>
              <a:rPr lang="en-US" altLang="ko-KR" dirty="0"/>
              <a:t> </a:t>
            </a:r>
            <a:r>
              <a:rPr lang="ko-KR" altLang="en-US" dirty="0"/>
              <a:t>계열의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1732-B3E6-4875-899F-67B131D93ED0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17617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900E6-3667-4B71-89CC-03E0617F4837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62284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900E6-3667-4B71-89CC-03E0617F4837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7142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25E31F-E6AB-6EBC-682E-44ECE6BB81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B59E656-5E3A-D407-0C7F-783BBC91E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23948C-A54F-52EE-8119-43D0F5E4B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B66DB-73D9-4793-BCCB-7FF4F4161C40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F8950F-39D7-85D0-EA7E-E48FFE36E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61F716-D70B-39F3-7931-A3223DE6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385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B5165F-EC64-3F4F-13E3-74155D0C3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EA15E2-6753-BFB4-61E4-E32AF3FFE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7BEB0A-2F50-EC5A-3E72-BD05994B7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35F4E-3031-47EC-A1FE-176835DE91C8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DB4900-86EC-0AF3-6E47-B5D9E3619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F709764-642F-7478-E59A-A86AA6BA9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364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7D212-3E70-F9B7-3DD0-DF526286B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962254-1121-C7BB-45EF-88C56CFEC2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18E1D4-1BD1-D7F9-37CE-533D9A3B9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E121B-6C23-49F1-B649-D3CE85795406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562C07-C6E0-FFE1-6374-5F102EA17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43ADBB-1EA4-2AF8-CE59-AC1D1655A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83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6C470-65B1-82B9-F56A-E61F4AE6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50EB00-446D-58C9-3998-C32ECAD8A6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06C2F7-8498-7635-B1E4-11479738C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6405A1-B4A9-BFA6-DBD9-FB5F9E82E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7CB66-D4B1-4F98-927B-9F1BEE95D03D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40B9FC2-EB01-DC80-656C-84787C457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7EE793-4BDF-85B4-5DAC-A8DF31327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63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71D58A-F5EF-A8F5-6784-6E8BF24F2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440A929-5F14-82B5-708C-900A143CC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4945C3-B11D-72C2-B851-C46CB8386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CFB175D-0CFC-FE85-2B05-EB092D2179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CE0A39C-C793-DCEB-7707-6B271F98F6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D37A04-A80A-D607-2E79-8D4AD004A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86D573-472F-4197-9B0E-476FA3CFBFF9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EDFCFE8-E92B-7E4F-0E27-269DF6B90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667C985-3383-F289-B4CB-41EB23F28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5173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AB9E80-B1CD-2C6F-D373-70320BF3F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7238610-191A-BECF-5445-A93017F7C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86D0A-2817-4D19-B8DD-4E209822AF32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28ABAF-D774-F37C-739B-9D5DEF649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F2AFC1-91CD-EDE2-7292-868F5075B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9512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714812-4841-1656-0CA1-658F476BC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57516-6863-4CAA-A5A6-D3FEE60195B2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09E7D60-5FFC-22A4-9EC3-F2AD88917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EA3F01-CE9A-64BB-AA46-8305FABDF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9812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CF0A02-002B-A65A-0FF6-7FEC5CB6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F82579-6B7A-F476-413F-D25B273B7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D93E288-DA81-F03E-728C-9D57487218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73B03E-4BC3-309A-7112-7E8F8FC74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2C558-DCA0-487B-B0D0-F206E9C1C74A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A64123-866D-B200-21FD-B73B6D2F5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06CFFA-CF82-DDD7-16D2-BBFA36AC0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864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93A7CA-B0AC-E946-D985-0E7A26E5D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93CAB72-C65B-846B-68BB-AAF3136EB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15EBA0-8C82-8320-6346-FCA2663807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B54C8A2-C2D7-43C1-7B0D-BCA0D24D6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45601D-DD2D-4A2A-A122-396A0D4F1FE7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8803C4-EFFF-C369-88F6-597A5BBEF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EDE21A0-013A-DDED-3491-F38A6B76D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888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5AAC2C-9CD0-475D-2D66-3C2073C5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BA81FA7-B181-A9EC-752E-ED0E0934D7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6502B5-476B-8739-473D-3C729CE7C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3A91C-5E1F-4B2E-B359-64EC4048CEB2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D2B95D-3D91-3780-6EBE-548F074E0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6921D9-A9B7-18FE-68A3-EC8F559AF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713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655F63E-D557-5557-DCD3-E16EBF9C0A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3C8DC3-C7E2-2654-2410-FAA1437355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D31424-BC9E-3FDA-37F5-CB1FC9C99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701AD-8207-458E-8C74-C09DC933E250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D515238-5E79-5164-0878-1B7D6BDD8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CEAEC4-F4B4-A632-F41C-2FAF2150F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7235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48C277-E08D-4CEB-0CF2-BDD260FD1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37CDA8-64A1-A310-6E77-F4DCB6B2B1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F8268B-D357-94E4-B07E-77AE1BD31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9DFCB-E384-40AB-AA39-10522B636785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05B348-1135-44F1-C3F6-17E07ED15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35503C-373A-2CC0-BB74-3381A71E3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4ECE6-60FC-4EDA-9935-27D3266B01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1689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E99C13F-39CF-EA0C-65A2-1B13BB4AE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7ABC2B-8557-3D29-1202-C079EEAEA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CA7C35-C666-71DB-EB89-EF72177DE7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B56681-1D26-4647-B360-8AC960627D71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4DDD17-4086-0324-3475-1FCC366CDF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272B14-712A-5736-A83C-A86548E86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F4C0B5-FE02-4F73-8EFF-F9E0EA45C4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7618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538142A-ED6B-0242-F89A-A921A6816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B36476-20DB-5517-65D7-123627DF3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3045E1-B3E9-E0AD-3C55-EBDF05E416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560009-64FE-40B8-B920-8FFCBC61DF2D}" type="datetime1">
              <a:rPr lang="ko-KR" altLang="en-US" smtClean="0"/>
              <a:t>2023-09-20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AD1292-88E2-821C-ECCB-03BCB8AB19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33ACE5-FF4F-119E-D342-6B4E653AD5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34ECE6-60FC-4EDA-9935-27D3266B01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7815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5565D4-2FFE-6D15-0028-57262E09F9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밑바닥부터 딥러닝</a:t>
            </a:r>
            <a:r>
              <a:rPr lang="en-US" altLang="ko-KR" dirty="0"/>
              <a:t>I</a:t>
            </a:r>
            <a:br>
              <a:rPr lang="en-US" altLang="ko-KR" dirty="0"/>
            </a:br>
            <a:r>
              <a:rPr lang="ko-KR" altLang="en-US" dirty="0"/>
              <a:t>실험</a:t>
            </a:r>
            <a:r>
              <a:rPr lang="en-US" altLang="ko-KR" dirty="0"/>
              <a:t>/</a:t>
            </a:r>
            <a:r>
              <a:rPr lang="ko-KR" altLang="en-US" dirty="0"/>
              <a:t>연구 발표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C65C38E-E5BA-C7B8-9086-DEC85DAEF8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-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</a:rPr>
              <a:t>구현과 비교를 중심으로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</a:rPr>
              <a:t>-</a:t>
            </a:r>
            <a:endParaRPr lang="ko-KR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722FEA-F777-1FC5-2799-A14005E4A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656D7A-CD5B-E14F-5737-6F9769CF9E1D}"/>
              </a:ext>
            </a:extLst>
          </p:cNvPr>
          <p:cNvSpPr txBox="1"/>
          <p:nvPr/>
        </p:nvSpPr>
        <p:spPr>
          <a:xfrm>
            <a:off x="7844118" y="4749968"/>
            <a:ext cx="35096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000" dirty="0"/>
              <a:t>2018131605</a:t>
            </a:r>
          </a:p>
          <a:p>
            <a:pPr algn="r"/>
            <a:r>
              <a:rPr lang="ko-KR" altLang="en-US" sz="2000" dirty="0"/>
              <a:t>언어학과</a:t>
            </a:r>
            <a:r>
              <a:rPr lang="en-US" altLang="ko-KR" sz="2000" dirty="0"/>
              <a:t>/</a:t>
            </a:r>
            <a:r>
              <a:rPr lang="ko-KR" altLang="en-US" sz="2000" dirty="0"/>
              <a:t>인공지능 융합전공</a:t>
            </a:r>
            <a:endParaRPr lang="en-US" altLang="ko-KR" sz="2000" dirty="0"/>
          </a:p>
          <a:p>
            <a:pPr algn="r"/>
            <a:r>
              <a:rPr lang="ko-KR" altLang="en-US" sz="2000" dirty="0"/>
              <a:t>원종빈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42910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FDA9F1-3A0B-E841-AD8C-7608C3803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45FD3B-739D-E48B-BA80-9CF7AA1D8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ko-KR" altLang="en-US" u="sng" dirty="0" err="1"/>
              <a:t>퍼셉트론과</a:t>
            </a:r>
            <a:r>
              <a:rPr lang="ko-KR" altLang="en-US" u="sng" dirty="0"/>
              <a:t> </a:t>
            </a:r>
            <a:r>
              <a:rPr lang="en-US" altLang="ko-KR" u="sng" dirty="0"/>
              <a:t>MLP</a:t>
            </a:r>
          </a:p>
          <a:p>
            <a:pPr marL="971550" lvl="1" indent="-514350">
              <a:buAutoNum type="arabicPeriod"/>
            </a:pPr>
            <a:endParaRPr lang="en-US" altLang="ko-KR" u="sng" dirty="0"/>
          </a:p>
          <a:p>
            <a:pPr marL="514350" indent="-514350">
              <a:buAutoNum type="arabicPeriod"/>
            </a:pPr>
            <a:r>
              <a:rPr lang="ko-KR" altLang="en-US" u="sng" dirty="0"/>
              <a:t>학습 관련 기법들</a:t>
            </a:r>
            <a:endParaRPr lang="en-US" altLang="ko-KR" u="sng" dirty="0"/>
          </a:p>
          <a:p>
            <a:pPr marL="971550" lvl="1" indent="-514350">
              <a:buAutoNum type="arabicPeriod"/>
            </a:pPr>
            <a:endParaRPr lang="en-US" altLang="ko-KR" u="sng" dirty="0"/>
          </a:p>
          <a:p>
            <a:pPr marL="514350" indent="-514350">
              <a:buAutoNum type="arabicPeriod"/>
            </a:pPr>
            <a:r>
              <a:rPr lang="en-US" altLang="ko-KR" u="sng" dirty="0"/>
              <a:t>from MLP to CNN</a:t>
            </a:r>
          </a:p>
          <a:p>
            <a:pPr marL="971550" lvl="1" indent="-514350">
              <a:buAutoNum type="arabicPeriod"/>
            </a:pPr>
            <a:endParaRPr lang="en-US" altLang="ko-KR" u="sng" dirty="0"/>
          </a:p>
          <a:p>
            <a:pPr marL="514350" indent="-514350">
              <a:buAutoNum type="arabicPeriod"/>
            </a:pPr>
            <a:r>
              <a:rPr lang="ko-KR" altLang="en-US" u="sng" dirty="0"/>
              <a:t>추가 연구방향성 및 </a:t>
            </a:r>
            <a:r>
              <a:rPr lang="ko-KR" altLang="en-US" u="sng" dirty="0" err="1"/>
              <a:t>느낀점</a:t>
            </a:r>
            <a:endParaRPr lang="en-US" altLang="ko-KR" u="sng" dirty="0"/>
          </a:p>
          <a:p>
            <a:pPr marL="971550" lvl="1" indent="-514350">
              <a:buAutoNum type="arabicPeriod"/>
            </a:pPr>
            <a:endParaRPr lang="en-US" altLang="ko-KR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FB0F79-22B6-D39E-DD2F-5C4178D9B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4149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0DF042-7606-1557-C44D-796AB92ED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1. </a:t>
            </a:r>
            <a:r>
              <a:rPr lang="ko-KR" altLang="en-US" u="sng" dirty="0" err="1"/>
              <a:t>퍼셉트론과</a:t>
            </a:r>
            <a:r>
              <a:rPr lang="ko-KR" altLang="en-US" u="sng" dirty="0"/>
              <a:t> </a:t>
            </a:r>
            <a:r>
              <a:rPr lang="en-US" altLang="ko-KR" u="sng" dirty="0"/>
              <a:t>MLP</a:t>
            </a:r>
            <a:br>
              <a:rPr lang="en-US" altLang="ko-KR" u="sng" dirty="0"/>
            </a:br>
            <a:endParaRPr lang="ko-KR" altLang="en-US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텍스트 개체 틀 2">
                <a:extLst>
                  <a:ext uri="{FF2B5EF4-FFF2-40B4-BE49-F238E27FC236}">
                    <a16:creationId xmlns:a16="http://schemas.microsoft.com/office/drawing/2014/main" id="{C9325F10-BBAB-F83A-2650-AF30B242F3B3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1.1. </a:t>
                </a:r>
                <a:r>
                  <a:rPr lang="ko-KR" altLang="en-US" dirty="0" err="1"/>
                  <a:t>미분소</a:t>
                </a:r>
                <a:r>
                  <a:rPr lang="en-US" altLang="ko-KR" dirty="0"/>
                  <a:t>(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𝑑𝑥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 err="1"/>
                  <a:t>값별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기울기 오차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비교</a:t>
                </a:r>
                <a:endParaRPr lang="en-US" altLang="ko-KR" dirty="0"/>
              </a:p>
              <a:p>
                <a:r>
                  <a:rPr lang="en-US" altLang="ko-KR" dirty="0"/>
                  <a:t>1.2. </a:t>
                </a:r>
                <a:r>
                  <a:rPr lang="ko-KR" altLang="en-US" dirty="0"/>
                  <a:t>활성화 함수 및 데이터 </a:t>
                </a:r>
                <a:r>
                  <a:rPr lang="ko-KR" altLang="en-US" dirty="0" err="1"/>
                  <a:t>전처리</a:t>
                </a:r>
                <a:endParaRPr lang="en-US" altLang="ko-KR" dirty="0"/>
              </a:p>
              <a:p>
                <a:r>
                  <a:rPr lang="en-US" altLang="ko-KR" dirty="0"/>
                  <a:t>1.3. </a:t>
                </a:r>
                <a:r>
                  <a:rPr lang="ko-KR" altLang="en-US" dirty="0"/>
                  <a:t>미니배치 학습기법 비교 실험</a:t>
                </a:r>
                <a:endParaRPr lang="en-US" altLang="ko-KR" dirty="0"/>
              </a:p>
            </p:txBody>
          </p:sp>
        </mc:Choice>
        <mc:Fallback>
          <p:sp>
            <p:nvSpPr>
              <p:cNvPr id="3" name="텍스트 개체 틀 2">
                <a:extLst>
                  <a:ext uri="{FF2B5EF4-FFF2-40B4-BE49-F238E27FC236}">
                    <a16:creationId xmlns:a16="http://schemas.microsoft.com/office/drawing/2014/main" id="{C9325F10-BBAB-F83A-2650-AF30B242F3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870" t="-56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5C4B8C-4D86-7DB5-EB79-371EA69A0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494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ED817EA5-54BA-6EBA-F053-F7BD6AC2BB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altLang="ko-KR" u="sng" dirty="0"/>
                  <a:t>1.1. </a:t>
                </a:r>
                <a:r>
                  <a:rPr lang="ko-KR" altLang="en-US" u="sng" dirty="0" err="1"/>
                  <a:t>미분소</a:t>
                </a:r>
                <a:r>
                  <a:rPr lang="en-US" altLang="ko-KR" u="sng" dirty="0"/>
                  <a:t>(</a:t>
                </a:r>
                <a14:m>
                  <m:oMath xmlns:m="http://schemas.openxmlformats.org/officeDocument/2006/math">
                    <m:r>
                      <a:rPr lang="en-US" altLang="ko-KR" i="1" u="sng">
                        <a:latin typeface="Cambria Math" panose="02040503050406030204" pitchFamily="18" charset="0"/>
                      </a:rPr>
                      <m:t>𝑑𝑥</m:t>
                    </m:r>
                    <m:r>
                      <a:rPr lang="en-US" altLang="ko-KR" i="1" u="sng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u="sng" dirty="0" err="1"/>
                  <a:t>값별</a:t>
                </a:r>
                <a:r>
                  <a:rPr lang="en-US" altLang="ko-KR" u="sng" dirty="0"/>
                  <a:t> </a:t>
                </a:r>
                <a:r>
                  <a:rPr lang="ko-KR" altLang="en-US" u="sng" dirty="0"/>
                  <a:t>기울기 오차</a:t>
                </a:r>
                <a:r>
                  <a:rPr lang="en-US" altLang="ko-KR" u="sng" dirty="0"/>
                  <a:t> </a:t>
                </a:r>
                <a:r>
                  <a:rPr lang="ko-KR" altLang="en-US" u="sng" dirty="0"/>
                  <a:t>비교</a:t>
                </a:r>
                <a:endParaRPr lang="en-US" altLang="ko-KR" u="sng" dirty="0"/>
              </a:p>
            </p:txBody>
          </p:sp>
        </mc:Choice>
        <mc:Fallback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ED817EA5-54BA-6EBA-F053-F7BD6AC2BB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D8ECE5F-A158-87D7-0CDA-974A6CE0CF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dirty="0"/>
                  <a:t>차분을 활용한 기울기 계산</a:t>
                </a:r>
                <a:endParaRPr lang="en-US" altLang="ko-KR" dirty="0"/>
              </a:p>
              <a:p>
                <a:pPr marL="0" indent="0">
                  <a:buNone/>
                </a:pPr>
                <a:endParaRPr lang="en-US" altLang="ko-K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𝑔𝑟𝑎𝑑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en-US" altLang="ko-KR" b="0" dirty="0"/>
              </a:p>
              <a:p>
                <a:endParaRPr lang="en-US" altLang="ko-KR" dirty="0"/>
              </a:p>
              <a:p>
                <a:pPr>
                  <a:buFont typeface="Wingdings" panose="05000000000000000000" pitchFamily="2" charset="2"/>
                  <a:buChar char="è"/>
                </a:pPr>
                <a:r>
                  <a:rPr lang="ko-KR" altLang="en-US" b="1" u="sng" dirty="0" err="1"/>
                  <a:t>미분소</a:t>
                </a:r>
                <a:r>
                  <a:rPr lang="en-US" altLang="ko-KR" b="1" u="sng" dirty="0"/>
                  <a:t>(</a:t>
                </a:r>
                <a14:m>
                  <m:oMath xmlns:m="http://schemas.openxmlformats.org/officeDocument/2006/math">
                    <m:r>
                      <a:rPr lang="en-US" altLang="ko-KR" b="1" i="1" u="sng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𝒅𝒙</m:t>
                    </m:r>
                  </m:oMath>
                </a14:m>
                <a:r>
                  <a:rPr lang="en-US" altLang="ko-KR" b="1" u="sng" dirty="0"/>
                  <a:t>)</a:t>
                </a:r>
                <a:r>
                  <a:rPr lang="ko-KR" altLang="en-US" b="1" u="sng" dirty="0"/>
                  <a:t>값이 작아질수록</a:t>
                </a:r>
                <a:r>
                  <a:rPr lang="en-US" altLang="ko-KR" b="1" u="sng" dirty="0"/>
                  <a:t>, </a:t>
                </a:r>
                <a:r>
                  <a:rPr lang="ko-KR" altLang="en-US" b="1" u="sng" dirty="0"/>
                  <a:t>차분을 통해 계산한 </a:t>
                </a:r>
                <a:r>
                  <a:rPr lang="ko-KR" altLang="en-US" b="1" u="sng" dirty="0" err="1"/>
                  <a:t>기울기값과</a:t>
                </a:r>
                <a:r>
                  <a:rPr lang="ko-KR" altLang="en-US" b="1" u="sng" dirty="0"/>
                  <a:t> 역전파법을 통해 </a:t>
                </a:r>
                <a:r>
                  <a:rPr lang="ko-KR" altLang="en-US" b="1" u="sng" dirty="0" err="1"/>
                  <a:t>기울기값</a:t>
                </a:r>
                <a:r>
                  <a:rPr lang="ko-KR" altLang="en-US" b="1" u="sng" dirty="0"/>
                  <a:t> 사이의 오차가 줄어들지 않을까</a:t>
                </a:r>
                <a:r>
                  <a:rPr lang="en-US" altLang="ko-KR" b="1" u="sng" dirty="0"/>
                  <a:t>?</a:t>
                </a:r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D8ECE5F-A158-87D7-0CDA-974A6CE0CF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396DD0-ACAA-95C9-3716-A6CABA647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08439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그림 7" descr="텍스트, 스크린샷, 도표, 번호이(가) 표시된 사진&#10;&#10;자동 생성된 설명">
            <a:extLst>
              <a:ext uri="{FF2B5EF4-FFF2-40B4-BE49-F238E27FC236}">
                <a16:creationId xmlns:a16="http://schemas.microsoft.com/office/drawing/2014/main" id="{3B5167D2-A08B-DAF5-4FB9-1D9CF469C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221" y="1825549"/>
            <a:ext cx="4432286" cy="3346376"/>
          </a:xfrm>
          <a:prstGeom prst="rect">
            <a:avLst/>
          </a:prstGeom>
        </p:spPr>
      </p:pic>
      <p:pic>
        <p:nvPicPr>
          <p:cNvPr id="6" name="내용 개체 틀 5" descr="텍스트, 스크린샷, 도표, 디스플레이이(가) 표시된 사진&#10;&#10;자동 생성된 설명">
            <a:extLst>
              <a:ext uri="{FF2B5EF4-FFF2-40B4-BE49-F238E27FC236}">
                <a16:creationId xmlns:a16="http://schemas.microsoft.com/office/drawing/2014/main" id="{59C09217-7A63-35BD-1863-2877719D97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2420" y="1825549"/>
            <a:ext cx="4568431" cy="3346376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FF867E-3741-8E0C-8504-E75EA5193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>
              <a:spcAft>
                <a:spcPts val="600"/>
              </a:spcAft>
            </a:pPr>
            <a:fld id="{E2F4C0B5-FE02-4F73-8EFF-F9E0EA45C4DC}" type="slidenum">
              <a:rPr lang="en-US" altLang="ko-KR" smtClean="0"/>
              <a:pPr latinLnBrk="0">
                <a:spcAft>
                  <a:spcPts val="600"/>
                </a:spcAft>
              </a:pPr>
              <a:t>5</a:t>
            </a:fld>
            <a:endParaRPr lang="en-US" altLang="ko-K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E8BCBF-7D2C-8C7E-DD00-6E688ECF18E9}"/>
              </a:ext>
            </a:extLst>
          </p:cNvPr>
          <p:cNvSpPr txBox="1"/>
          <p:nvPr/>
        </p:nvSpPr>
        <p:spPr>
          <a:xfrm>
            <a:off x="2933878" y="5373789"/>
            <a:ext cx="63211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eps = </a:t>
            </a:r>
            <a:r>
              <a:rPr lang="en-US" altLang="ko-KR" dirty="0" err="1"/>
              <a:t>Numpy</a:t>
            </a:r>
            <a:r>
              <a:rPr lang="en-US" altLang="ko-KR" dirty="0"/>
              <a:t> machine epsilon = </a:t>
            </a:r>
            <a:r>
              <a:rPr lang="en-US" altLang="ko-KR" b="0" i="0" dirty="0">
                <a:effectLst/>
              </a:rPr>
              <a:t>2.220446049250313e-16</a:t>
            </a:r>
          </a:p>
          <a:p>
            <a:endParaRPr lang="en-US" altLang="ko-KR" b="0" i="0" dirty="0">
              <a:effectLst/>
            </a:endParaRPr>
          </a:p>
          <a:p>
            <a:r>
              <a:rPr lang="en-US" altLang="ko-KR" dirty="0"/>
              <a:t>0 = standard(only</a:t>
            </a:r>
            <a:r>
              <a:rPr lang="ko-KR" altLang="en-US" dirty="0"/>
              <a:t> </a:t>
            </a:r>
            <a:r>
              <a:rPr lang="en-US" altLang="ko-KR" dirty="0"/>
              <a:t>backpropagation</a:t>
            </a:r>
            <a:r>
              <a:rPr lang="ko-KR" altLang="en-US" dirty="0"/>
              <a:t> </a:t>
            </a:r>
            <a:r>
              <a:rPr lang="en-US" altLang="ko-KR" dirty="0"/>
              <a:t>grads)</a:t>
            </a:r>
            <a:endParaRPr lang="en-US" altLang="ko-KR" b="0" i="0" dirty="0">
              <a:effectLst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제목 1">
                <a:extLst>
                  <a:ext uri="{FF2B5EF4-FFF2-40B4-BE49-F238E27FC236}">
                    <a16:creationId xmlns:a16="http://schemas.microsoft.com/office/drawing/2014/main" id="{39346EB7-2DA1-38CE-FB80-87D9A50B372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1325563"/>
              </a:xfrm>
            </p:spPr>
            <p:txBody>
              <a:bodyPr/>
              <a:lstStyle/>
              <a:p>
                <a:r>
                  <a:rPr lang="en-US" altLang="ko-KR" u="sng" dirty="0"/>
                  <a:t>1.1. </a:t>
                </a:r>
                <a:r>
                  <a:rPr lang="ko-KR" altLang="en-US" u="sng" dirty="0" err="1"/>
                  <a:t>미분소</a:t>
                </a:r>
                <a:r>
                  <a:rPr lang="en-US" altLang="ko-KR" u="sng" dirty="0"/>
                  <a:t>(</a:t>
                </a:r>
                <a14:m>
                  <m:oMath xmlns:m="http://schemas.openxmlformats.org/officeDocument/2006/math">
                    <m:r>
                      <a:rPr lang="en-US" altLang="ko-KR" i="1" u="sng">
                        <a:latin typeface="Cambria Math" panose="02040503050406030204" pitchFamily="18" charset="0"/>
                      </a:rPr>
                      <m:t>𝑑𝑥</m:t>
                    </m:r>
                    <m:r>
                      <a:rPr lang="en-US" altLang="ko-KR" i="1" u="sng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u="sng" dirty="0" err="1"/>
                  <a:t>값별</a:t>
                </a:r>
                <a:r>
                  <a:rPr lang="en-US" altLang="ko-KR" u="sng" dirty="0"/>
                  <a:t> </a:t>
                </a:r>
                <a:r>
                  <a:rPr lang="ko-KR" altLang="en-US" u="sng" dirty="0"/>
                  <a:t>기울기 오차</a:t>
                </a:r>
                <a:r>
                  <a:rPr lang="en-US" altLang="ko-KR" u="sng" dirty="0"/>
                  <a:t> </a:t>
                </a:r>
                <a:r>
                  <a:rPr lang="ko-KR" altLang="en-US" u="sng" dirty="0"/>
                  <a:t>비교</a:t>
                </a:r>
                <a:endParaRPr lang="en-US" altLang="ko-KR" u="sng" dirty="0"/>
              </a:p>
            </p:txBody>
          </p:sp>
        </mc:Choice>
        <mc:Fallback>
          <p:sp>
            <p:nvSpPr>
              <p:cNvPr id="14" name="제목 1">
                <a:extLst>
                  <a:ext uri="{FF2B5EF4-FFF2-40B4-BE49-F238E27FC236}">
                    <a16:creationId xmlns:a16="http://schemas.microsoft.com/office/drawing/2014/main" id="{39346EB7-2DA1-38CE-FB80-87D9A50B3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1325563"/>
              </a:xfrm>
              <a:blipFill>
                <a:blip r:embed="rId4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5699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그림 10" descr="텍스트, 스크린샷, 도표, 소프트웨어이(가) 표시된 사진&#10;&#10;자동 생성된 설명">
            <a:extLst>
              <a:ext uri="{FF2B5EF4-FFF2-40B4-BE49-F238E27FC236}">
                <a16:creationId xmlns:a16="http://schemas.microsoft.com/office/drawing/2014/main" id="{B719517E-E0B1-9E51-CEBC-B297F6DD3E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221" y="1890867"/>
            <a:ext cx="4432286" cy="3346376"/>
          </a:xfrm>
          <a:prstGeom prst="rect">
            <a:avLst/>
          </a:prstGeom>
        </p:spPr>
      </p:pic>
      <p:pic>
        <p:nvPicPr>
          <p:cNvPr id="9" name="그림 8" descr="텍스트, 스크린샷, 도표, 그래프이(가) 표시된 사진&#10;&#10;자동 생성된 설명">
            <a:extLst>
              <a:ext uri="{FF2B5EF4-FFF2-40B4-BE49-F238E27FC236}">
                <a16:creationId xmlns:a16="http://schemas.microsoft.com/office/drawing/2014/main" id="{F1D4B3C5-E4ED-9EA9-38C2-7A3DCE94B7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0492" y="1890867"/>
            <a:ext cx="4432286" cy="3346376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FF867E-3741-8E0C-8504-E75EA5193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>
              <a:spcAft>
                <a:spcPts val="600"/>
              </a:spcAft>
            </a:pPr>
            <a:fld id="{E2F4C0B5-FE02-4F73-8EFF-F9E0EA45C4DC}" type="slidenum">
              <a:rPr lang="en-US" altLang="ko-KR" smtClean="0"/>
              <a:pPr latinLnBrk="0">
                <a:spcAft>
                  <a:spcPts val="600"/>
                </a:spcAft>
              </a:pPr>
              <a:t>6</a:t>
            </a:fld>
            <a:endParaRPr lang="en-US" altLang="ko-K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BD807F-F39B-C9A1-B4A0-98734B82F87F}"/>
                  </a:ext>
                </a:extLst>
              </p:cNvPr>
              <p:cNvSpPr txBox="1"/>
              <p:nvPr/>
            </p:nvSpPr>
            <p:spPr>
              <a:xfrm>
                <a:off x="1446275" y="5573494"/>
                <a:ext cx="929640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just">
                  <a:buFont typeface="Wingdings" panose="05000000000000000000" pitchFamily="2" charset="2"/>
                  <a:buChar char="è"/>
                </a:pPr>
                <a:r>
                  <a:rPr lang="ko-KR" altLang="en-US" dirty="0">
                    <a:sym typeface="Wingdings" panose="05000000000000000000" pitchFamily="2" charset="2"/>
                  </a:rPr>
                  <a:t>오히려 </a:t>
                </a:r>
                <a:r>
                  <a:rPr lang="ko-KR" altLang="en-US" dirty="0" err="1">
                    <a:sym typeface="Wingdings" panose="05000000000000000000" pitchFamily="2" charset="2"/>
                  </a:rPr>
                  <a:t>미분소값이</a:t>
                </a:r>
                <a:r>
                  <a:rPr lang="ko-KR" altLang="en-US" dirty="0">
                    <a:sym typeface="Wingdings" panose="05000000000000000000" pitchFamily="2" charset="2"/>
                  </a:rPr>
                  <a:t> </a:t>
                </a:r>
                <a:r>
                  <a:rPr lang="en-US" altLang="ko-KR" dirty="0">
                    <a:sym typeface="Wingdings" panose="05000000000000000000" pitchFamily="2" charset="2"/>
                  </a:rPr>
                  <a:t>machine epsilon</a:t>
                </a:r>
                <a:r>
                  <a:rPr lang="ko-KR" altLang="en-US" dirty="0">
                    <a:sym typeface="Wingdings" panose="05000000000000000000" pitchFamily="2" charset="2"/>
                  </a:rPr>
                  <a:t>에 가까워지면</a:t>
                </a:r>
                <a:r>
                  <a:rPr lang="en-US" altLang="ko-KR" dirty="0">
                    <a:sym typeface="Wingdings" panose="05000000000000000000" pitchFamily="2" charset="2"/>
                  </a:rPr>
                  <a:t>, </a:t>
                </a:r>
                <a:r>
                  <a:rPr lang="ko-KR" altLang="en-US" dirty="0">
                    <a:sym typeface="Wingdings" panose="05000000000000000000" pitchFamily="2" charset="2"/>
                  </a:rPr>
                  <a:t>되려 오차가 증가한다</a:t>
                </a:r>
                <a:r>
                  <a:rPr lang="en-US" altLang="ko-KR" dirty="0">
                    <a:sym typeface="Wingdings" panose="05000000000000000000" pitchFamily="2" charset="2"/>
                  </a:rPr>
                  <a:t>.</a:t>
                </a:r>
              </a:p>
              <a:p>
                <a:pPr algn="just"/>
                <a:r>
                  <a:rPr lang="en-US" altLang="ko-KR" dirty="0">
                    <a:sym typeface="Wingdings" panose="05000000000000000000" pitchFamily="2" charset="2"/>
                  </a:rPr>
                  <a:t>	 </a:t>
                </a:r>
                <a:r>
                  <a:rPr lang="ko-KR" altLang="en-US" dirty="0">
                    <a:sym typeface="Wingdings" panose="05000000000000000000" pitchFamily="2" charset="2"/>
                  </a:rPr>
                  <a:t>아마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𝑑𝑥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로</m:t>
                    </m:r>
                  </m:oMath>
                </a14:m>
                <a:r>
                  <a:rPr lang="ko-KR" altLang="en-US" dirty="0"/>
                  <a:t> 나누는 과정에서 발생하는 문제가 아닐까</a:t>
                </a:r>
                <a:r>
                  <a:rPr lang="en-US" altLang="ko-KR" dirty="0"/>
                  <a:t>?</a:t>
                </a:r>
                <a:endParaRPr lang="ko-KR" alt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BD807F-F39B-C9A1-B4A0-98734B82F8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6275" y="5573494"/>
                <a:ext cx="9296400" cy="646331"/>
              </a:xfrm>
              <a:prstGeom prst="rect">
                <a:avLst/>
              </a:prstGeom>
              <a:blipFill>
                <a:blip r:embed="rId4"/>
                <a:stretch>
                  <a:fillRect l="-393" t="-4717" b="-150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제목 1">
                <a:extLst>
                  <a:ext uri="{FF2B5EF4-FFF2-40B4-BE49-F238E27FC236}">
                    <a16:creationId xmlns:a16="http://schemas.microsoft.com/office/drawing/2014/main" id="{D6398315-B84A-A7FF-D451-8C0A65CC80C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1325563"/>
              </a:xfrm>
            </p:spPr>
            <p:txBody>
              <a:bodyPr/>
              <a:lstStyle/>
              <a:p>
                <a:r>
                  <a:rPr lang="en-US" altLang="ko-KR" u="sng" dirty="0"/>
                  <a:t>1.1. </a:t>
                </a:r>
                <a:r>
                  <a:rPr lang="ko-KR" altLang="en-US" u="sng" dirty="0" err="1"/>
                  <a:t>미분소</a:t>
                </a:r>
                <a:r>
                  <a:rPr lang="en-US" altLang="ko-KR" u="sng" dirty="0"/>
                  <a:t>(</a:t>
                </a:r>
                <a14:m>
                  <m:oMath xmlns:m="http://schemas.openxmlformats.org/officeDocument/2006/math">
                    <m:r>
                      <a:rPr lang="en-US" altLang="ko-KR" i="1" u="sng">
                        <a:latin typeface="Cambria Math" panose="02040503050406030204" pitchFamily="18" charset="0"/>
                      </a:rPr>
                      <m:t>𝑑𝑥</m:t>
                    </m:r>
                    <m:r>
                      <a:rPr lang="en-US" altLang="ko-KR" i="1" u="sng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u="sng" dirty="0" err="1"/>
                  <a:t>값별</a:t>
                </a:r>
                <a:r>
                  <a:rPr lang="en-US" altLang="ko-KR" u="sng" dirty="0"/>
                  <a:t> </a:t>
                </a:r>
                <a:r>
                  <a:rPr lang="ko-KR" altLang="en-US" u="sng" dirty="0"/>
                  <a:t>기울기 오차</a:t>
                </a:r>
                <a:r>
                  <a:rPr lang="en-US" altLang="ko-KR" u="sng" dirty="0"/>
                  <a:t> </a:t>
                </a:r>
                <a:r>
                  <a:rPr lang="ko-KR" altLang="en-US" u="sng" dirty="0"/>
                  <a:t>비교</a:t>
                </a:r>
                <a:endParaRPr lang="en-US" altLang="ko-KR" u="sng" dirty="0"/>
              </a:p>
            </p:txBody>
          </p:sp>
        </mc:Choice>
        <mc:Fallback>
          <p:sp>
            <p:nvSpPr>
              <p:cNvPr id="15" name="제목 1">
                <a:extLst>
                  <a:ext uri="{FF2B5EF4-FFF2-40B4-BE49-F238E27FC236}">
                    <a16:creationId xmlns:a16="http://schemas.microsoft.com/office/drawing/2014/main" id="{D6398315-B84A-A7FF-D451-8C0A65CC80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1325563"/>
              </a:xfrm>
              <a:blipFill>
                <a:blip r:embed="rId5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893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B3DF91-F1E9-C324-9032-3CD476DF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1.2. </a:t>
            </a:r>
            <a:r>
              <a:rPr lang="ko-KR" altLang="en-US" u="sng" dirty="0"/>
              <a:t>활성화 함수 및 데이터 </a:t>
            </a:r>
            <a:r>
              <a:rPr lang="ko-KR" altLang="en-US" u="sng" dirty="0" err="1"/>
              <a:t>전처리</a:t>
            </a:r>
            <a:endParaRPr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174AD4-635C-E6C7-8A99-5D08ED898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4ECE6-60FC-4EDA-9935-27D3266B014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55B3544-FF20-5431-05C1-00B2A9C13C2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330" y="1750685"/>
            <a:ext cx="3236775" cy="215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8D253E9C-DDF3-CD22-B503-A29F6DCA07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586" y="1804987"/>
            <a:ext cx="313372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124186CF-8AD8-5713-4D2F-728D4FE42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12" y="4376737"/>
            <a:ext cx="3305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6D72D381-7F39-836D-5BD9-6AD67D4273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065" y="1804987"/>
            <a:ext cx="3038475" cy="215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170463A4-776B-0859-FD96-FF9174461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4455" y="4229099"/>
            <a:ext cx="3543300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8308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B3DF91-F1E9-C324-9032-3CD476DF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1.2. </a:t>
            </a:r>
            <a:r>
              <a:rPr lang="ko-KR" altLang="en-US" u="sng" dirty="0"/>
              <a:t>활성화 함수 및 데이터 </a:t>
            </a:r>
            <a:r>
              <a:rPr lang="ko-KR" altLang="en-US" u="sng" dirty="0" err="1"/>
              <a:t>전처리</a:t>
            </a:r>
            <a:endParaRPr lang="en-US" altLang="ko-KR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174AD4-635C-E6C7-8A99-5D08ED898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4ECE6-60FC-4EDA-9935-27D3266B0144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8" name="그림 7" descr="텍스트, 램프, 스크린샷, 디자인이(가) 표시된 사진&#10;&#10;자동 생성된 설명">
            <a:extLst>
              <a:ext uri="{FF2B5EF4-FFF2-40B4-BE49-F238E27FC236}">
                <a16:creationId xmlns:a16="http://schemas.microsoft.com/office/drawing/2014/main" id="{9EA00DDB-7441-B838-A391-1462C8787C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44335"/>
            <a:ext cx="10658812" cy="318055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335E2A-13E6-70CF-FEA7-DDB4973AE6D7}"/>
              </a:ext>
            </a:extLst>
          </p:cNvPr>
          <p:cNvSpPr txBox="1"/>
          <p:nvPr/>
        </p:nvSpPr>
        <p:spPr>
          <a:xfrm>
            <a:off x="838200" y="1897076"/>
            <a:ext cx="9766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u="sng" dirty="0"/>
              <a:t>모델 개요</a:t>
            </a:r>
            <a:r>
              <a:rPr lang="en-US" altLang="ko-KR" sz="2800" b="1" u="sng" dirty="0"/>
              <a:t>: 2</a:t>
            </a:r>
            <a:r>
              <a:rPr lang="ko-KR" altLang="en-US" sz="2800" b="1" u="sng" dirty="0"/>
              <a:t>층 </a:t>
            </a:r>
            <a:r>
              <a:rPr lang="ko-KR" altLang="en-US" sz="2800" b="1" u="sng" dirty="0" err="1"/>
              <a:t>퍼셉트론</a:t>
            </a:r>
            <a:r>
              <a:rPr lang="ko-KR" altLang="en-US" sz="2800" b="1" u="sng" dirty="0"/>
              <a:t> 구조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05065C3-3A56-D251-56B4-8F046F7FFF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1903" y="6078248"/>
            <a:ext cx="822547" cy="547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328B4BAB-07C9-B555-3FB5-63928185C1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4936" y="6073284"/>
            <a:ext cx="796360" cy="549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E119AD3-4D4E-EB74-8DF9-FA1ADC5B9A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8183" y="6079660"/>
            <a:ext cx="839930" cy="549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A8B76FA1-F7B1-0BAE-4011-105D4A396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1542" y="6082081"/>
            <a:ext cx="772154" cy="547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B1A09E-195F-5CAF-0C5A-C87840F694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9586" y="6073284"/>
            <a:ext cx="844600" cy="585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양쪽 중괄호 11">
            <a:extLst>
              <a:ext uri="{FF2B5EF4-FFF2-40B4-BE49-F238E27FC236}">
                <a16:creationId xmlns:a16="http://schemas.microsoft.com/office/drawing/2014/main" id="{2078A997-5BC7-9249-7799-E2452FE8604E}"/>
              </a:ext>
            </a:extLst>
          </p:cNvPr>
          <p:cNvSpPr/>
          <p:nvPr/>
        </p:nvSpPr>
        <p:spPr>
          <a:xfrm>
            <a:off x="3016142" y="5986841"/>
            <a:ext cx="5844209" cy="817278"/>
          </a:xfrm>
          <a:prstGeom prst="bracePair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7" name="연결선: 구부러짐 16">
            <a:extLst>
              <a:ext uri="{FF2B5EF4-FFF2-40B4-BE49-F238E27FC236}">
                <a16:creationId xmlns:a16="http://schemas.microsoft.com/office/drawing/2014/main" id="{AA8B0EC9-05D1-B2B0-7110-5E379F419EF7}"/>
              </a:ext>
            </a:extLst>
          </p:cNvPr>
          <p:cNvCxnSpPr>
            <a:cxnSpLocks/>
            <a:endCxn id="8" idx="2"/>
          </p:cNvCxnSpPr>
          <p:nvPr/>
        </p:nvCxnSpPr>
        <p:spPr>
          <a:xfrm rot="5400000" flipH="1" flipV="1">
            <a:off x="5942162" y="5805847"/>
            <a:ext cx="306398" cy="144490"/>
          </a:xfrm>
          <a:prstGeom prst="curved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BCB5DFA-5744-D24D-5FF8-5DE6822C5484}"/>
              </a:ext>
            </a:extLst>
          </p:cNvPr>
          <p:cNvSpPr txBox="1"/>
          <p:nvPr/>
        </p:nvSpPr>
        <p:spPr>
          <a:xfrm>
            <a:off x="9002486" y="5986841"/>
            <a:ext cx="3013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교재에서는 </a:t>
            </a:r>
            <a:r>
              <a:rPr lang="en-US" altLang="ko-KR" dirty="0" err="1"/>
              <a:t>ReLU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</a:p>
        </p:txBody>
      </p:sp>
    </p:spTree>
    <p:extLst>
      <p:ext uri="{BB962C8B-B14F-4D97-AF65-F5344CB8AC3E}">
        <p14:creationId xmlns:p14="http://schemas.microsoft.com/office/powerpoint/2010/main" val="1374902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B3DF91-F1E9-C324-9032-3CD476DF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1.2. </a:t>
            </a:r>
            <a:r>
              <a:rPr lang="ko-KR" altLang="en-US" u="sng" dirty="0"/>
              <a:t>활성화 함수 및 데이터 </a:t>
            </a:r>
            <a:r>
              <a:rPr lang="ko-KR" altLang="en-US" u="sng" dirty="0" err="1"/>
              <a:t>전처리</a:t>
            </a:r>
            <a:endParaRPr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174AD4-635C-E6C7-8A99-5D08ED898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4ECE6-60FC-4EDA-9935-27D3266B014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1FE48B-D124-F80E-29C4-CF12EA0FC6C0}"/>
              </a:ext>
            </a:extLst>
          </p:cNvPr>
          <p:cNvSpPr txBox="1"/>
          <p:nvPr/>
        </p:nvSpPr>
        <p:spPr>
          <a:xfrm>
            <a:off x="838200" y="1813770"/>
            <a:ext cx="10965873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u="sng" dirty="0"/>
              <a:t>학습 방법</a:t>
            </a:r>
            <a:endParaRPr lang="en-US" altLang="ko-KR" sz="3200" b="1" u="sng" dirty="0"/>
          </a:p>
          <a:p>
            <a:endParaRPr lang="en-US" altLang="ko-KR" sz="1400" b="1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800" dirty="0"/>
              <a:t>반복횟수</a:t>
            </a:r>
            <a:r>
              <a:rPr lang="en-US" altLang="ko-KR" sz="2800" dirty="0"/>
              <a:t>: 10,000</a:t>
            </a:r>
            <a:r>
              <a:rPr lang="ko-KR" altLang="en-US" sz="2800" dirty="0"/>
              <a:t>회</a:t>
            </a:r>
            <a:endParaRPr lang="en-US" altLang="ko-KR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800" dirty="0"/>
              <a:t>배치크기</a:t>
            </a:r>
            <a:r>
              <a:rPr lang="en-US" altLang="ko-KR" sz="2800" dirty="0"/>
              <a:t>: 100</a:t>
            </a:r>
          </a:p>
          <a:p>
            <a:endParaRPr lang="en-US" altLang="ko-KR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800" dirty="0"/>
              <a:t>학습방법</a:t>
            </a:r>
            <a:r>
              <a:rPr lang="en-US" altLang="ko-KR" sz="2800" dirty="0"/>
              <a:t>/</a:t>
            </a:r>
            <a:r>
              <a:rPr lang="ko-KR" altLang="en-US" sz="2800" dirty="0" err="1"/>
              <a:t>학습률</a:t>
            </a:r>
            <a:r>
              <a:rPr lang="en-US" altLang="ko-KR" sz="2800" dirty="0"/>
              <a:t>: cross entropy error</a:t>
            </a:r>
            <a:r>
              <a:rPr lang="ko-KR" altLang="en-US" sz="2800" dirty="0"/>
              <a:t>를 통한</a:t>
            </a:r>
            <a:r>
              <a:rPr lang="en-US" altLang="ko-KR" sz="2800" dirty="0"/>
              <a:t> </a:t>
            </a:r>
            <a:r>
              <a:rPr lang="ko-KR" altLang="en-US" sz="2800" dirty="0" err="1"/>
              <a:t>역전파</a:t>
            </a:r>
            <a:r>
              <a:rPr lang="en-US" altLang="ko-KR" sz="2800" dirty="0"/>
              <a:t>/0.1</a:t>
            </a:r>
          </a:p>
          <a:p>
            <a:endParaRPr lang="en-US" altLang="ko-KR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800" dirty="0"/>
              <a:t>최적화 기법</a:t>
            </a:r>
            <a:r>
              <a:rPr lang="en-US" altLang="ko-KR" sz="2800" dirty="0"/>
              <a:t>: SGD(Stochastic Gradients Descent)</a:t>
            </a:r>
          </a:p>
          <a:p>
            <a:endParaRPr lang="en-US" altLang="ko-KR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800" dirty="0"/>
              <a:t>가중치 초기화</a:t>
            </a:r>
            <a:r>
              <a:rPr lang="en-US" altLang="ko-KR" sz="2800" dirty="0"/>
              <a:t>: </a:t>
            </a:r>
            <a:r>
              <a:rPr lang="ko-KR" altLang="en-US" sz="2800" dirty="0"/>
              <a:t>분산이 </a:t>
            </a:r>
            <a:r>
              <a:rPr lang="en-US" altLang="ko-KR" sz="2800" dirty="0"/>
              <a:t>0.01</a:t>
            </a:r>
            <a:r>
              <a:rPr lang="ko-KR" altLang="en-US" sz="2800" dirty="0"/>
              <a:t>인 정규분포로 무작위 초기화</a:t>
            </a:r>
            <a:endParaRPr lang="en-US" altLang="ko-KR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3200" dirty="0"/>
          </a:p>
        </p:txBody>
      </p:sp>
    </p:spTree>
    <p:extLst>
      <p:ext uri="{BB962C8B-B14F-4D97-AF65-F5344CB8AC3E}">
        <p14:creationId xmlns:p14="http://schemas.microsoft.com/office/powerpoint/2010/main" val="779792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B3DF91-F1E9-C324-9032-3CD476DF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1.2. </a:t>
            </a:r>
            <a:r>
              <a:rPr lang="ko-KR" altLang="en-US" u="sng" dirty="0"/>
              <a:t>활성화 함수 및 데이터 </a:t>
            </a:r>
            <a:r>
              <a:rPr lang="ko-KR" altLang="en-US" u="sng" dirty="0" err="1"/>
              <a:t>전처리</a:t>
            </a:r>
            <a:endParaRPr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174AD4-635C-E6C7-8A99-5D08ED898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4ECE6-60FC-4EDA-9935-27D3266B0144}" type="slidenum">
              <a:rPr lang="ko-KR" altLang="en-US" smtClean="0"/>
              <a:t>10</a:t>
            </a:fld>
            <a:endParaRPr lang="ko-KR" altLang="en-US" dirty="0"/>
          </a:p>
        </p:txBody>
      </p:sp>
      <p:pic>
        <p:nvPicPr>
          <p:cNvPr id="14" name="그림 13" descr="텍스트, 스크린샷, 라인, 그래프이(가) 표시된 사진&#10;&#10;자동 생성된 설명">
            <a:extLst>
              <a:ext uri="{FF2B5EF4-FFF2-40B4-BE49-F238E27FC236}">
                <a16:creationId xmlns:a16="http://schemas.microsoft.com/office/drawing/2014/main" id="{60835F04-E374-7DF2-9C16-DDF541BEB3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67" y="2079627"/>
            <a:ext cx="4071529" cy="360386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E78BEC5-659B-DB51-F1C4-7BF07B2B2248}"/>
              </a:ext>
            </a:extLst>
          </p:cNvPr>
          <p:cNvSpPr txBox="1"/>
          <p:nvPr/>
        </p:nvSpPr>
        <p:spPr>
          <a:xfrm>
            <a:off x="2100641" y="5800248"/>
            <a:ext cx="81003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è"/>
            </a:pPr>
            <a:r>
              <a:rPr lang="en-US" altLang="ko-KR" b="1" dirty="0">
                <a:sym typeface="Wingdings" panose="05000000000000000000" pitchFamily="2" charset="2"/>
              </a:rPr>
              <a:t>Step-function</a:t>
            </a:r>
            <a:r>
              <a:rPr lang="ko-KR" altLang="en-US" b="1" dirty="0">
                <a:sym typeface="Wingdings" panose="05000000000000000000" pitchFamily="2" charset="2"/>
              </a:rPr>
              <a:t> 역시 학습이 진행된다</a:t>
            </a:r>
            <a:r>
              <a:rPr lang="en-US" altLang="ko-KR" b="1" dirty="0">
                <a:sym typeface="Wingdings" panose="05000000000000000000" pitchFamily="2" charset="2"/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en-US" altLang="ko-KR" b="1" dirty="0">
                <a:sym typeface="Wingdings" panose="05000000000000000000" pitchFamily="2" charset="2"/>
              </a:rPr>
              <a:t>over-fitting </a:t>
            </a:r>
            <a:r>
              <a:rPr lang="ko-KR" altLang="en-US" b="1" dirty="0">
                <a:sym typeface="Wingdings" panose="05000000000000000000" pitchFamily="2" charset="2"/>
              </a:rPr>
              <a:t>현상이 거의 발생하지 않는다</a:t>
            </a:r>
            <a:r>
              <a:rPr lang="en-US" altLang="ko-KR" b="1" dirty="0">
                <a:sym typeface="Wingdings" panose="05000000000000000000" pitchFamily="2" charset="2"/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 b="1" u="sng" dirty="0">
                <a:sym typeface="Wingdings" panose="05000000000000000000" pitchFamily="2" charset="2"/>
              </a:rPr>
              <a:t>로그꼴의 그래프 구조</a:t>
            </a:r>
            <a:r>
              <a:rPr lang="en-US" altLang="ko-KR" b="1" u="sng" dirty="0">
                <a:sym typeface="Wingdings" panose="05000000000000000000" pitchFamily="2" charset="2"/>
              </a:rPr>
              <a:t>. MLP</a:t>
            </a:r>
            <a:r>
              <a:rPr lang="ko-KR" altLang="en-US" b="1" u="sng" dirty="0">
                <a:sym typeface="Wingdings" panose="05000000000000000000" pitchFamily="2" charset="2"/>
              </a:rPr>
              <a:t>의 구조적 한계</a:t>
            </a:r>
            <a:r>
              <a:rPr lang="en-US" altLang="ko-KR" b="1" u="sng" dirty="0">
                <a:sym typeface="Wingdings" panose="05000000000000000000" pitchFamily="2" charset="2"/>
              </a:rPr>
              <a:t>?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endParaRPr lang="en-US" altLang="ko-KR" b="1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è"/>
            </a:pPr>
            <a:endParaRPr lang="ko-KR" alt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061263-AC9D-D4B2-3AB0-C6295D4CCCDC}"/>
              </a:ext>
            </a:extLst>
          </p:cNvPr>
          <p:cNvSpPr txBox="1"/>
          <p:nvPr/>
        </p:nvSpPr>
        <p:spPr>
          <a:xfrm>
            <a:off x="1554532" y="1687267"/>
            <a:ext cx="29241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My own implementation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C2B53E9-8F95-B8E0-B466-87B8A1FD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8921" y="2192730"/>
            <a:ext cx="4623357" cy="349076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A27D11-8B1F-7464-E528-4A276448768C}"/>
              </a:ext>
            </a:extLst>
          </p:cNvPr>
          <p:cNvSpPr txBox="1"/>
          <p:nvPr/>
        </p:nvSpPr>
        <p:spPr>
          <a:xfrm>
            <a:off x="7402779" y="1687267"/>
            <a:ext cx="29241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Textbook Implementation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90416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DDEB9B-105D-A039-3AED-237C9E0FF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 u="sng" dirty="0"/>
              <a:t>1.2. </a:t>
            </a:r>
            <a:r>
              <a:rPr lang="ko-KR" altLang="en-US" sz="4000" u="sng" dirty="0"/>
              <a:t>활성화 함수 및 데이터 </a:t>
            </a:r>
            <a:r>
              <a:rPr lang="ko-KR" altLang="en-US" sz="4000" u="sng" dirty="0" err="1"/>
              <a:t>전처리</a:t>
            </a:r>
            <a:endParaRPr lang="ko-KR" altLang="en-US" sz="4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C4DFF-CBA4-79F4-C41A-20D0019D6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3904" y="1690688"/>
            <a:ext cx="77724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b="1" u="sng" dirty="0"/>
              <a:t>데이터셋 </a:t>
            </a:r>
            <a:r>
              <a:rPr lang="ko-KR" altLang="en-US" b="1" u="sng" dirty="0" err="1"/>
              <a:t>전처리</a:t>
            </a:r>
            <a:r>
              <a:rPr lang="ko-KR" altLang="en-US" b="1" u="sng" dirty="0"/>
              <a:t> 방법</a:t>
            </a:r>
            <a:endParaRPr lang="en-US" altLang="ko-KR" b="1" u="sng" dirty="0"/>
          </a:p>
          <a:p>
            <a:pPr marL="0" indent="0">
              <a:buNone/>
            </a:pPr>
            <a:endParaRPr lang="en-US" altLang="ko-KR" sz="1600" u="sng" dirty="0"/>
          </a:p>
          <a:p>
            <a:r>
              <a:rPr lang="ko-KR" altLang="en-US" dirty="0"/>
              <a:t>원본 데이터</a:t>
            </a:r>
            <a:r>
              <a:rPr lang="en-US" altLang="ko-KR" dirty="0"/>
              <a:t>: 0~255</a:t>
            </a:r>
            <a:r>
              <a:rPr lang="ko-KR" altLang="en-US" dirty="0"/>
              <a:t>사이의 값</a:t>
            </a:r>
            <a:endParaRPr lang="en-US" altLang="ko-KR" dirty="0"/>
          </a:p>
          <a:p>
            <a:pPr marL="0" indent="0">
              <a:buNone/>
            </a:pPr>
            <a:endParaRPr lang="en-US" altLang="ko-KR" sz="1600" dirty="0"/>
          </a:p>
          <a:p>
            <a:r>
              <a:rPr lang="ko-KR" altLang="en-US" dirty="0"/>
              <a:t>교재의 </a:t>
            </a:r>
            <a:r>
              <a:rPr lang="ko-KR" altLang="en-US" dirty="0" err="1"/>
              <a:t>전처리</a:t>
            </a:r>
            <a:r>
              <a:rPr lang="ko-KR" altLang="en-US" dirty="0"/>
              <a:t> 방법</a:t>
            </a:r>
            <a:r>
              <a:rPr lang="en-US" altLang="ko-KR" dirty="0"/>
              <a:t>: </a:t>
            </a:r>
            <a:r>
              <a:rPr lang="ko-KR" altLang="en-US" dirty="0"/>
              <a:t>원본 데이터 </a:t>
            </a:r>
            <a:r>
              <a:rPr lang="en-US" altLang="ko-KR" dirty="0"/>
              <a:t>/ 255.0</a:t>
            </a:r>
          </a:p>
          <a:p>
            <a:endParaRPr lang="en-US" altLang="ko-KR" sz="1600" dirty="0"/>
          </a:p>
          <a:p>
            <a:r>
              <a:rPr lang="ko-KR" altLang="en-US" dirty="0"/>
              <a:t>추가적으로 활용한 </a:t>
            </a:r>
            <a:r>
              <a:rPr lang="ko-KR" altLang="en-US" dirty="0" err="1"/>
              <a:t>전처리</a:t>
            </a:r>
            <a:r>
              <a:rPr lang="ko-KR" altLang="en-US" dirty="0"/>
              <a:t> 방법</a:t>
            </a:r>
            <a:r>
              <a:rPr lang="en-US" altLang="ko-KR" dirty="0"/>
              <a:t>: </a:t>
            </a:r>
            <a:r>
              <a:rPr lang="ko-KR" altLang="en-US" b="1" u="sng" dirty="0"/>
              <a:t>표준 정규화</a:t>
            </a:r>
          </a:p>
          <a:p>
            <a:pPr marL="914400" lvl="2" indent="0">
              <a:buNone/>
            </a:pPr>
            <a:endParaRPr lang="en-US" altLang="ko-KR" sz="1600" b="1" i="1" u="sng" dirty="0">
              <a:latin typeface="Cambria Math" panose="02040503050406030204" pitchFamily="18" charset="0"/>
            </a:endParaRPr>
          </a:p>
          <a:p>
            <a:pPr marL="914400" lvl="2" indent="0">
              <a:buNone/>
            </a:pPr>
            <a:endParaRPr lang="en-US" altLang="ko-KR" sz="3500" b="0" dirty="0"/>
          </a:p>
          <a:p>
            <a:pPr marL="914400" lvl="2" indent="0">
              <a:buNone/>
            </a:pPr>
            <a:endParaRPr lang="ko-KR" altLang="en-US" sz="3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2BDA7-C806-E83B-16D7-FDBB43CF6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4ECE6-60FC-4EDA-9935-27D3266B0144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5A3B3A-28EE-ABFA-B4D9-BBCC00A98FB3}"/>
                  </a:ext>
                </a:extLst>
              </p:cNvPr>
              <p:cNvSpPr txBox="1"/>
              <p:nvPr/>
            </p:nvSpPr>
            <p:spPr>
              <a:xfrm>
                <a:off x="4807047" y="4869855"/>
                <a:ext cx="4957010" cy="1245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𝑚𝑒𝑎𝑛</m:t>
                          </m:r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𝑠𝑡𝑑</m:t>
                          </m:r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altLang="en-US" sz="36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5A3B3A-28EE-ABFA-B4D9-BBCC00A98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7047" y="4869855"/>
                <a:ext cx="4957010" cy="12457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텍스트, 라인, 그래프, 스크린샷이(가) 표시된 사진&#10;&#10;자동 생성된 설명">
            <a:extLst>
              <a:ext uri="{FF2B5EF4-FFF2-40B4-BE49-F238E27FC236}">
                <a16:creationId xmlns:a16="http://schemas.microsoft.com/office/drawing/2014/main" id="{6A62EC3B-4F11-18E4-4210-8F3CF6C472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23" y="1484840"/>
            <a:ext cx="3433705" cy="2626785"/>
          </a:xfrm>
          <a:prstGeom prst="rect">
            <a:avLst/>
          </a:prstGeom>
        </p:spPr>
      </p:pic>
      <p:pic>
        <p:nvPicPr>
          <p:cNvPr id="9" name="Picture 10">
            <a:extLst>
              <a:ext uri="{FF2B5EF4-FFF2-40B4-BE49-F238E27FC236}">
                <a16:creationId xmlns:a16="http://schemas.microsoft.com/office/drawing/2014/main" id="{26F6D1C2-6553-4F4A-C1E2-81BFCD887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726" y="4264025"/>
            <a:ext cx="3543300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13006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2BDA7-C806-E83B-16D7-FDBB43CF6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>
              <a:spcAft>
                <a:spcPts val="600"/>
              </a:spcAft>
            </a:pPr>
            <a:fld id="{4134ECE6-60FC-4EDA-9935-27D3266B0144}" type="slidenum">
              <a:rPr lang="en-US" altLang="ko-KR" smtClean="0"/>
              <a:pPr latinLnBrk="0">
                <a:spcAft>
                  <a:spcPts val="600"/>
                </a:spcAft>
              </a:pPr>
              <a:t>12</a:t>
            </a:fld>
            <a:endParaRPr lang="en-US" altLang="ko-K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E3DF1B-4306-171D-3CD3-379BEB3A255B}"/>
              </a:ext>
            </a:extLst>
          </p:cNvPr>
          <p:cNvSpPr txBox="1"/>
          <p:nvPr/>
        </p:nvSpPr>
        <p:spPr>
          <a:xfrm>
            <a:off x="1437447" y="5246444"/>
            <a:ext cx="20275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MNIST</a:t>
            </a:r>
          </a:p>
          <a:p>
            <a:pPr algn="ctr"/>
            <a:r>
              <a:rPr lang="en-US" altLang="ko-KR" b="1" dirty="0"/>
              <a:t>Not</a:t>
            </a:r>
            <a:r>
              <a:rPr lang="en-US" altLang="ko-KR" dirty="0"/>
              <a:t> normalized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785A5E-3275-86B8-23DE-7315AFCA26F4}"/>
              </a:ext>
            </a:extLst>
          </p:cNvPr>
          <p:cNvSpPr txBox="1"/>
          <p:nvPr/>
        </p:nvSpPr>
        <p:spPr>
          <a:xfrm>
            <a:off x="9256983" y="5246443"/>
            <a:ext cx="20275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MNIST</a:t>
            </a:r>
          </a:p>
          <a:p>
            <a:pPr algn="ctr"/>
            <a:r>
              <a:rPr lang="en-US" altLang="ko-KR" b="1" dirty="0"/>
              <a:t>z-normalized</a:t>
            </a:r>
            <a:endParaRPr lang="ko-KR" altLang="en-US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74FF90-9874-BCED-08F6-DE50D762BB82}"/>
              </a:ext>
            </a:extLst>
          </p:cNvPr>
          <p:cNvSpPr txBox="1"/>
          <p:nvPr/>
        </p:nvSpPr>
        <p:spPr>
          <a:xfrm>
            <a:off x="1907152" y="5894685"/>
            <a:ext cx="88458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è"/>
            </a:pPr>
            <a:r>
              <a:rPr lang="en-US" altLang="ko-KR" b="1" dirty="0" err="1">
                <a:sym typeface="Wingdings" panose="05000000000000000000" pitchFamily="2" charset="2"/>
              </a:rPr>
              <a:t>ReLU</a:t>
            </a:r>
            <a:r>
              <a:rPr lang="en-US" altLang="ko-KR" b="1" dirty="0">
                <a:sym typeface="Wingdings" panose="05000000000000000000" pitchFamily="2" charset="2"/>
              </a:rPr>
              <a:t> </a:t>
            </a:r>
            <a:r>
              <a:rPr lang="ko-KR" altLang="en-US" b="1" dirty="0">
                <a:sym typeface="Wingdings" panose="05000000000000000000" pitchFamily="2" charset="2"/>
              </a:rPr>
              <a:t>계열의 함수를 사용할 때에는 데이터 정규화가 필수적이다</a:t>
            </a:r>
            <a:r>
              <a:rPr lang="en-US" altLang="ko-KR" b="1" dirty="0">
                <a:sym typeface="Wingdings" panose="05000000000000000000" pitchFamily="2" charset="2"/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en-US" altLang="ko-KR" b="1" dirty="0">
                <a:sym typeface="Wingdings" panose="05000000000000000000" pitchFamily="2" charset="2"/>
              </a:rPr>
              <a:t>Z-</a:t>
            </a:r>
            <a:r>
              <a:rPr lang="ko-KR" altLang="en-US" b="1" dirty="0">
                <a:sym typeface="Wingdings" panose="05000000000000000000" pitchFamily="2" charset="2"/>
              </a:rPr>
              <a:t>점수 </a:t>
            </a:r>
            <a:r>
              <a:rPr lang="en-US" altLang="ko-KR" b="1" dirty="0">
                <a:sym typeface="Wingdings" panose="05000000000000000000" pitchFamily="2" charset="2"/>
              </a:rPr>
              <a:t>+ Leaky </a:t>
            </a:r>
            <a:r>
              <a:rPr lang="en-US" altLang="ko-KR" b="1" dirty="0" err="1">
                <a:sym typeface="Wingdings" panose="05000000000000000000" pitchFamily="2" charset="2"/>
              </a:rPr>
              <a:t>ReLU</a:t>
            </a:r>
            <a:r>
              <a:rPr lang="ko-KR" altLang="en-US" b="1" dirty="0">
                <a:sym typeface="Wingdings" panose="05000000000000000000" pitchFamily="2" charset="2"/>
              </a:rPr>
              <a:t> 조합을 통해 잘 학습시킬 수 있다</a:t>
            </a:r>
            <a:r>
              <a:rPr lang="en-US" altLang="ko-KR" b="1" dirty="0">
                <a:sym typeface="Wingdings" panose="05000000000000000000" pitchFamily="2" charset="2"/>
              </a:rPr>
              <a:t>!</a:t>
            </a:r>
            <a:endParaRPr lang="ko-KR" alt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834742-12C5-F536-5A5D-2B8E1C8940D0}"/>
              </a:ext>
            </a:extLst>
          </p:cNvPr>
          <p:cNvSpPr txBox="1"/>
          <p:nvPr/>
        </p:nvSpPr>
        <p:spPr>
          <a:xfrm>
            <a:off x="5316273" y="5257944"/>
            <a:ext cx="20275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MNIST</a:t>
            </a:r>
          </a:p>
          <a:p>
            <a:pPr algn="ctr"/>
            <a:r>
              <a:rPr lang="en-US" altLang="ko-KR" b="1" dirty="0"/>
              <a:t>/ 255.0</a:t>
            </a:r>
            <a:endParaRPr lang="ko-KR" altLang="en-US" b="1" dirty="0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517997FD-D99B-85DF-159D-6795B8044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10515600" cy="111053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4000" u="sng" dirty="0"/>
              <a:t>1.2. </a:t>
            </a:r>
            <a:r>
              <a:rPr lang="ko-KR" altLang="en-US" sz="4000" u="sng" dirty="0"/>
              <a:t>활성화 함수 및 데이터 </a:t>
            </a:r>
            <a:r>
              <a:rPr lang="ko-KR" altLang="en-US" sz="4000" u="sng" dirty="0" err="1"/>
              <a:t>전처리</a:t>
            </a:r>
            <a:endParaRPr lang="en-US" altLang="ko-KR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그림 2" descr="텍스트, 라인, 그래프, 스크린샷이(가) 표시된 사진&#10;&#10;자동 생성된 설명">
            <a:extLst>
              <a:ext uri="{FF2B5EF4-FFF2-40B4-BE49-F238E27FC236}">
                <a16:creationId xmlns:a16="http://schemas.microsoft.com/office/drawing/2014/main" id="{FECC98D6-730E-A830-9491-A6F7FCABF9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180" y="2199492"/>
            <a:ext cx="3878827" cy="2967304"/>
          </a:xfrm>
          <a:prstGeom prst="rect">
            <a:avLst/>
          </a:prstGeom>
        </p:spPr>
      </p:pic>
      <p:pic>
        <p:nvPicPr>
          <p:cNvPr id="13" name="내용 개체 틀 8" descr="텍스트, 스크린샷, 라인, 그래프이(가) 표시된 사진&#10;&#10;자동 생성된 설명">
            <a:extLst>
              <a:ext uri="{FF2B5EF4-FFF2-40B4-BE49-F238E27FC236}">
                <a16:creationId xmlns:a16="http://schemas.microsoft.com/office/drawing/2014/main" id="{2CA6E80A-ADC5-7576-B730-7667F0DD1B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1298" y="2242892"/>
            <a:ext cx="3815235" cy="288050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358A82F-F5E5-0CC7-7C55-0E4394C2E1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2955" y="2248952"/>
            <a:ext cx="3798813" cy="2868208"/>
          </a:xfrm>
          <a:prstGeom prst="rect">
            <a:avLst/>
          </a:prstGeom>
        </p:spPr>
      </p:pic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F2C29854-424E-0C17-8BAB-F49CC999450B}"/>
              </a:ext>
            </a:extLst>
          </p:cNvPr>
          <p:cNvCxnSpPr/>
          <p:nvPr/>
        </p:nvCxnSpPr>
        <p:spPr>
          <a:xfrm>
            <a:off x="4702861" y="2427516"/>
            <a:ext cx="7489139" cy="0"/>
          </a:xfrm>
          <a:prstGeom prst="line">
            <a:avLst/>
          </a:prstGeom>
          <a:ln w="1270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24FE11C0-6B61-2BD8-1056-59BEB7838D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6983" y="136525"/>
            <a:ext cx="2755791" cy="2047017"/>
          </a:xfrm>
          <a:prstGeom prst="rect">
            <a:avLst/>
          </a:prstGeom>
        </p:spPr>
      </p:pic>
      <p:cxnSp>
        <p:nvCxnSpPr>
          <p:cNvPr id="25" name="연결선: 구부러짐 24">
            <a:extLst>
              <a:ext uri="{FF2B5EF4-FFF2-40B4-BE49-F238E27FC236}">
                <a16:creationId xmlns:a16="http://schemas.microsoft.com/office/drawing/2014/main" id="{F9FF7084-0BF5-E6A1-976C-AD6B5E1EBD59}"/>
              </a:ext>
            </a:extLst>
          </p:cNvPr>
          <p:cNvCxnSpPr>
            <a:cxnSpLocks/>
            <a:endCxn id="23" idx="1"/>
          </p:cNvCxnSpPr>
          <p:nvPr/>
        </p:nvCxnSpPr>
        <p:spPr>
          <a:xfrm rot="5400000" flipH="1" flipV="1">
            <a:off x="8555974" y="1603458"/>
            <a:ext cx="1144433" cy="257586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9814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1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그림 5" descr="텍스트, 스크린샷, 라인, 그래프이(가) 표시된 사진&#10;&#10;자동 생성된 설명">
            <a:extLst>
              <a:ext uri="{FF2B5EF4-FFF2-40B4-BE49-F238E27FC236}">
                <a16:creationId xmlns:a16="http://schemas.microsoft.com/office/drawing/2014/main" id="{44FC0161-38C5-28DE-DB90-1D6546D342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471" y="1891242"/>
            <a:ext cx="3797536" cy="2905115"/>
          </a:xfrm>
          <a:prstGeom prst="rect">
            <a:avLst/>
          </a:prstGeom>
        </p:spPr>
      </p:pic>
      <p:pic>
        <p:nvPicPr>
          <p:cNvPr id="17" name="그림 16" descr="텍스트, 라인, 그래프, 스크린샷이(가) 표시된 사진&#10;&#10;자동 생성된 설명">
            <a:extLst>
              <a:ext uri="{FF2B5EF4-FFF2-40B4-BE49-F238E27FC236}">
                <a16:creationId xmlns:a16="http://schemas.microsoft.com/office/drawing/2014/main" id="{A4568EB4-1305-9C9D-7402-4DB2A0A09B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1298" y="1891244"/>
            <a:ext cx="3797536" cy="29051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2BDA7-C806-E83B-16D7-FDBB43CF6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>
              <a:spcAft>
                <a:spcPts val="600"/>
              </a:spcAft>
            </a:pPr>
            <a:fld id="{4134ECE6-60FC-4EDA-9935-27D3266B0144}" type="slidenum">
              <a:rPr lang="en-US" altLang="ko-KR" smtClean="0"/>
              <a:pPr latinLnBrk="0">
                <a:spcAft>
                  <a:spcPts val="600"/>
                </a:spcAft>
              </a:pPr>
              <a:t>13</a:t>
            </a:fld>
            <a:endParaRPr lang="en-US" altLang="ko-K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E3DF1B-4306-171D-3CD3-379BEB3A255B}"/>
              </a:ext>
            </a:extLst>
          </p:cNvPr>
          <p:cNvSpPr txBox="1"/>
          <p:nvPr/>
        </p:nvSpPr>
        <p:spPr>
          <a:xfrm>
            <a:off x="1437447" y="4919870"/>
            <a:ext cx="20275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CIFAR-10</a:t>
            </a:r>
          </a:p>
          <a:p>
            <a:pPr algn="ctr"/>
            <a:r>
              <a:rPr lang="en-US" altLang="ko-KR" b="1" dirty="0"/>
              <a:t>Not</a:t>
            </a:r>
            <a:r>
              <a:rPr lang="en-US" altLang="ko-KR" dirty="0"/>
              <a:t> normalized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785A5E-3275-86B8-23DE-7315AFCA26F4}"/>
              </a:ext>
            </a:extLst>
          </p:cNvPr>
          <p:cNvSpPr txBox="1"/>
          <p:nvPr/>
        </p:nvSpPr>
        <p:spPr>
          <a:xfrm>
            <a:off x="9256983" y="4919869"/>
            <a:ext cx="20275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CIFAR-10</a:t>
            </a:r>
          </a:p>
          <a:p>
            <a:pPr algn="ctr"/>
            <a:r>
              <a:rPr lang="en-US" altLang="ko-KR" b="1" dirty="0"/>
              <a:t>Z-normalized</a:t>
            </a:r>
            <a:endParaRPr lang="ko-KR" altLang="en-US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FAC7023-D2AF-575C-904B-1588EA1978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3717" y="1891242"/>
            <a:ext cx="3794116" cy="2899343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8E73D34-55C9-3275-BFD4-983EAC0DF28B}"/>
              </a:ext>
            </a:extLst>
          </p:cNvPr>
          <p:cNvCxnSpPr>
            <a:cxnSpLocks/>
          </p:cNvCxnSpPr>
          <p:nvPr/>
        </p:nvCxnSpPr>
        <p:spPr>
          <a:xfrm>
            <a:off x="4721087" y="2882347"/>
            <a:ext cx="730526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B834742-12C5-F536-5A5D-2B8E1C8940D0}"/>
              </a:ext>
            </a:extLst>
          </p:cNvPr>
          <p:cNvSpPr txBox="1"/>
          <p:nvPr/>
        </p:nvSpPr>
        <p:spPr>
          <a:xfrm>
            <a:off x="5316273" y="4931370"/>
            <a:ext cx="20275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CIFAR-10</a:t>
            </a:r>
          </a:p>
          <a:p>
            <a:pPr algn="ctr"/>
            <a:r>
              <a:rPr lang="en-US" altLang="ko-KR" b="1" dirty="0"/>
              <a:t>/ 255.0</a:t>
            </a:r>
            <a:endParaRPr lang="ko-KR" altLang="en-US" b="1" dirty="0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517997FD-D99B-85DF-159D-6795B8044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10515600" cy="111053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ko-KR" altLang="en-US" sz="4000" u="sng" dirty="0"/>
              <a:t>참고</a:t>
            </a:r>
            <a:r>
              <a:rPr lang="en-US" altLang="ko-KR" sz="4000" u="sng" dirty="0"/>
              <a:t>: CIFAR-10 </a:t>
            </a:r>
            <a:r>
              <a:rPr lang="ko-KR" altLang="en-US" sz="4000" u="sng" dirty="0"/>
              <a:t>데이터셋에 대한 비교</a:t>
            </a:r>
            <a:endParaRPr lang="en-US" altLang="ko-KR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24471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EE323E-6434-33FC-1CD8-8F7DC7C73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1.3. </a:t>
            </a:r>
            <a:r>
              <a:rPr lang="ko-KR" altLang="en-US" u="sng" dirty="0"/>
              <a:t>미니배치 학습기법 비교 실험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A4E26F-7E74-A0FE-CD5A-4C666B149B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교재의 미니배치 추출기법</a:t>
            </a:r>
            <a:r>
              <a:rPr lang="en-US" altLang="ko-KR" dirty="0"/>
              <a:t>: </a:t>
            </a:r>
            <a:r>
              <a:rPr lang="ko-KR" altLang="en-US" b="1" u="sng" dirty="0"/>
              <a:t>복원 무작위 추출</a:t>
            </a:r>
            <a:endParaRPr lang="en-US" altLang="ko-KR" b="1" u="sng" dirty="0"/>
          </a:p>
          <a:p>
            <a:pPr lvl="1"/>
            <a:r>
              <a:rPr lang="ko-KR" altLang="en-US" dirty="0"/>
              <a:t>하나의 미니배치에 같은 데이터샘플이 존재하거나</a:t>
            </a:r>
            <a:r>
              <a:rPr lang="en-US" altLang="ko-KR" dirty="0"/>
              <a:t>,</a:t>
            </a:r>
          </a:p>
          <a:p>
            <a:pPr lvl="1"/>
            <a:r>
              <a:rPr lang="ko-KR" altLang="en-US" dirty="0"/>
              <a:t>이미 한 번 추출된 데이터샘플이 다른 미니배치에서 </a:t>
            </a:r>
            <a:r>
              <a:rPr lang="ko-KR" altLang="en-US" dirty="0" err="1"/>
              <a:t>재추출</a:t>
            </a:r>
            <a:r>
              <a:rPr lang="ko-KR" altLang="en-US" dirty="0"/>
              <a:t> 가능성</a:t>
            </a:r>
            <a:endParaRPr lang="en-US" altLang="ko-KR" dirty="0"/>
          </a:p>
          <a:p>
            <a:pPr lvl="1"/>
            <a:r>
              <a:rPr lang="ko-KR" altLang="en-US" dirty="0"/>
              <a:t>혹은 아예 한번도 추출되지 않은 데이터샘플 존재 가능성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추가적으로 활용한 추출기법</a:t>
            </a:r>
            <a:r>
              <a:rPr lang="en-US" altLang="ko-KR" dirty="0"/>
              <a:t>: </a:t>
            </a:r>
            <a:r>
              <a:rPr lang="ko-KR" altLang="en-US" b="1" u="sng" dirty="0" err="1"/>
              <a:t>비복원</a:t>
            </a:r>
            <a:r>
              <a:rPr lang="ko-KR" altLang="en-US" b="1" u="sng" dirty="0"/>
              <a:t> 무작위 추출</a:t>
            </a:r>
            <a:endParaRPr lang="en-US" altLang="ko-KR" b="1" u="sng" dirty="0"/>
          </a:p>
          <a:p>
            <a:pPr lvl="1"/>
            <a:r>
              <a:rPr lang="ko-KR" altLang="en-US" dirty="0"/>
              <a:t>인덱스 리스트를 </a:t>
            </a:r>
            <a:r>
              <a:rPr lang="ko-KR" altLang="en-US" dirty="0" err="1"/>
              <a:t>셔플한</a:t>
            </a:r>
            <a:r>
              <a:rPr lang="ko-KR" altLang="en-US" dirty="0"/>
              <a:t> 뒤</a:t>
            </a:r>
            <a:r>
              <a:rPr lang="en-US" altLang="ko-KR" dirty="0"/>
              <a:t>, </a:t>
            </a:r>
            <a:r>
              <a:rPr lang="ko-KR" altLang="en-US" dirty="0"/>
              <a:t>배치 사이즈만큼 꺼내고 복원하지 않는다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B4419D-C35B-384E-1970-611ADB07F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4ECE6-60FC-4EDA-9935-27D3266B0144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1514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3234-1963-A771-B2AC-E846C82F4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1.3. </a:t>
            </a:r>
            <a:r>
              <a:rPr lang="ko-KR" altLang="en-US" u="sng" dirty="0"/>
              <a:t>미니배치 학습기법 비교 실험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BC2A26-97A6-120A-D13A-7CC68E4E0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4ECE6-60FC-4EDA-9935-27D3266B0144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B5C64DF-5B53-E060-9697-8629812623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1462088"/>
            <a:ext cx="5695950" cy="457200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D4AF25C-D307-4DF2-783E-96E01675ED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9825" y="1462088"/>
            <a:ext cx="5572125" cy="4572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EBE809D-C01F-0793-E5DF-4A0D7E4F941A}"/>
              </a:ext>
            </a:extLst>
          </p:cNvPr>
          <p:cNvSpPr txBox="1"/>
          <p:nvPr/>
        </p:nvSpPr>
        <p:spPr>
          <a:xfrm>
            <a:off x="2257425" y="6075144"/>
            <a:ext cx="792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 dirty="0">
                <a:sym typeface="Wingdings" panose="05000000000000000000" pitchFamily="2" charset="2"/>
              </a:rPr>
              <a:t>학습 곡선이 조금 부드럽게 상승하는 것을 확인할 수 있다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 dirty="0" err="1">
                <a:sym typeface="Wingdings" panose="05000000000000000000" pitchFamily="2" charset="2"/>
              </a:rPr>
              <a:t>손실함수값</a:t>
            </a:r>
            <a:r>
              <a:rPr lang="ko-KR" altLang="en-US" dirty="0">
                <a:sym typeface="Wingdings" panose="05000000000000000000" pitchFamily="2" charset="2"/>
              </a:rPr>
              <a:t> 역시 변동폭이 더 작은 것을 확인할 수 있다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5973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225BDF-318A-9A0B-597A-13659EE43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2. </a:t>
            </a:r>
            <a:r>
              <a:rPr lang="ko-KR" altLang="en-US" u="sng" dirty="0"/>
              <a:t>학습 관련 기법들</a:t>
            </a:r>
            <a:br>
              <a:rPr lang="en-US" altLang="ko-KR" u="sng" dirty="0"/>
            </a:b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F989B4-58D0-45BB-B759-02A66036F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354287"/>
            <a:ext cx="10515600" cy="2002064"/>
          </a:xfrm>
        </p:spPr>
        <p:txBody>
          <a:bodyPr>
            <a:normAutofit/>
          </a:bodyPr>
          <a:lstStyle/>
          <a:p>
            <a:r>
              <a:rPr lang="en-US" altLang="ko-KR" dirty="0"/>
              <a:t>2.1. </a:t>
            </a:r>
            <a:r>
              <a:rPr lang="ko-KR" altLang="en-US" dirty="0"/>
              <a:t>최적화 기법 구현 및 비교</a:t>
            </a:r>
            <a:endParaRPr lang="en-US" altLang="ko-KR" dirty="0"/>
          </a:p>
          <a:p>
            <a:r>
              <a:rPr lang="en-US" altLang="ko-KR" dirty="0"/>
              <a:t>2.2. </a:t>
            </a:r>
            <a:r>
              <a:rPr lang="ko-KR" altLang="en-US" dirty="0"/>
              <a:t>가중치 감소와 가중치 초기화</a:t>
            </a:r>
            <a:endParaRPr lang="en-US" altLang="ko-KR" dirty="0"/>
          </a:p>
          <a:p>
            <a:r>
              <a:rPr lang="en-US" altLang="ko-KR" dirty="0"/>
              <a:t>2.3. </a:t>
            </a:r>
            <a:r>
              <a:rPr lang="ko-KR" altLang="en-US" dirty="0"/>
              <a:t>배치 정규화</a:t>
            </a:r>
            <a:r>
              <a:rPr lang="en-US" altLang="ko-KR" dirty="0"/>
              <a:t>, </a:t>
            </a:r>
            <a:r>
              <a:rPr lang="ko-KR" altLang="en-US" dirty="0" err="1"/>
              <a:t>드랍아웃</a:t>
            </a:r>
            <a:endParaRPr lang="en-US" altLang="ko-KR" dirty="0"/>
          </a:p>
          <a:p>
            <a:r>
              <a:rPr lang="en-US" altLang="ko-KR" dirty="0"/>
              <a:t>2.4. </a:t>
            </a:r>
            <a:r>
              <a:rPr lang="ko-KR" altLang="en-US" dirty="0" err="1"/>
              <a:t>초매개변수</a:t>
            </a:r>
            <a:r>
              <a:rPr lang="ko-KR" altLang="en-US" dirty="0"/>
              <a:t> 최적화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08E361-3BA2-1A7D-1FB2-E8E83A6FE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61444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E8655-EBDF-4D5B-D65C-6171A5FB0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2.1. </a:t>
            </a:r>
            <a:r>
              <a:rPr lang="ko-KR" altLang="en-US" u="sng" dirty="0"/>
              <a:t>최적화 기법 및 가중치 초기화 기법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2A1339-3307-5D36-D16A-A63C3A5582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최적화 기법들</a:t>
            </a:r>
            <a:endParaRPr lang="en-US" altLang="ko-KR" dirty="0"/>
          </a:p>
          <a:p>
            <a:pPr lvl="1"/>
            <a:r>
              <a:rPr lang="en-US" altLang="ko-KR" dirty="0"/>
              <a:t>Stochastic Gradient Descent</a:t>
            </a:r>
          </a:p>
          <a:p>
            <a:pPr lvl="1"/>
            <a:r>
              <a:rPr lang="en-US" altLang="ko-KR" dirty="0"/>
              <a:t>Momentum</a:t>
            </a:r>
          </a:p>
          <a:p>
            <a:pPr lvl="1"/>
            <a:r>
              <a:rPr lang="en-US" altLang="ko-KR" dirty="0" err="1"/>
              <a:t>AdaGrad</a:t>
            </a:r>
            <a:endParaRPr lang="en-US" altLang="ko-KR" dirty="0"/>
          </a:p>
          <a:p>
            <a:pPr lvl="1"/>
            <a:r>
              <a:rPr lang="en-US" altLang="ko-KR" dirty="0"/>
              <a:t>Adam</a:t>
            </a:r>
          </a:p>
          <a:p>
            <a:pPr lvl="1"/>
            <a:endParaRPr lang="en-US" altLang="ko-KR" dirty="0"/>
          </a:p>
          <a:p>
            <a:r>
              <a:rPr lang="en-US" altLang="ko-KR" i="1" dirty="0"/>
              <a:t>“</a:t>
            </a:r>
            <a:r>
              <a:rPr lang="en-US" altLang="ko-KR" i="1" dirty="0" err="1"/>
              <a:t>AdaGrad</a:t>
            </a:r>
            <a:r>
              <a:rPr lang="ko-KR" altLang="en-US" i="1" dirty="0"/>
              <a:t>는</a:t>
            </a:r>
            <a:r>
              <a:rPr lang="en-US" altLang="ko-KR" i="1" dirty="0"/>
              <a:t>…</a:t>
            </a:r>
            <a:r>
              <a:rPr lang="ko-KR" altLang="en-US" i="1" dirty="0"/>
              <a:t>어느 순간 </a:t>
            </a:r>
            <a:r>
              <a:rPr lang="ko-KR" altLang="en-US" i="1" dirty="0" err="1"/>
              <a:t>갱신량이</a:t>
            </a:r>
            <a:r>
              <a:rPr lang="ko-KR" altLang="en-US" i="1" dirty="0"/>
              <a:t> </a:t>
            </a:r>
            <a:r>
              <a:rPr lang="en-US" altLang="ko-KR" i="1" dirty="0"/>
              <a:t>0</a:t>
            </a:r>
            <a:r>
              <a:rPr lang="ko-KR" altLang="en-US" i="1" dirty="0"/>
              <a:t>이 되어</a:t>
            </a:r>
            <a:r>
              <a:rPr lang="en-US" altLang="ko-KR" i="1" dirty="0"/>
              <a:t>, </a:t>
            </a:r>
            <a:r>
              <a:rPr lang="ko-KR" altLang="en-US" i="1" dirty="0"/>
              <a:t>전혀 갱신되지 않게 되죠</a:t>
            </a:r>
            <a:r>
              <a:rPr lang="en-US" altLang="ko-KR" i="1" dirty="0"/>
              <a:t>. </a:t>
            </a:r>
            <a:r>
              <a:rPr lang="ko-KR" altLang="en-US" i="1" dirty="0"/>
              <a:t>이 문제를 개선한 기법으로서 </a:t>
            </a:r>
            <a:r>
              <a:rPr lang="en-US" altLang="ko-KR" b="1" i="1" u="sng" dirty="0" err="1"/>
              <a:t>RMSProp</a:t>
            </a:r>
            <a:r>
              <a:rPr lang="ko-KR" altLang="en-US" i="1" dirty="0"/>
              <a:t>이라는 방법이 있습니다</a:t>
            </a:r>
            <a:r>
              <a:rPr lang="en-US" altLang="ko-KR" i="1" dirty="0"/>
              <a:t>.”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D2887D-AF49-79E2-8B34-E24B42282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9D41201-8627-4D56-3EC4-A29A79C7467A}"/>
                  </a:ext>
                </a:extLst>
              </p:cNvPr>
              <p:cNvSpPr txBox="1"/>
              <p:nvPr/>
            </p:nvSpPr>
            <p:spPr>
              <a:xfrm>
                <a:off x="4744451" y="5271758"/>
                <a:ext cx="5490411" cy="10845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ko-KR" altLang="en-US" sz="2400" b="1" i="1" smtClean="0">
                          <a:latin typeface="Cambria Math" panose="02040503050406030204" pitchFamily="18" charset="0"/>
                        </a:rPr>
                        <m:t>𝜷</m:t>
                      </m:r>
                      <m:sSub>
                        <m:sSubPr>
                          <m:ctrlPr>
                            <a:rPr lang="en-US" altLang="ko-KR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1" i="1"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en-US" altLang="ko-KR" sz="2400" b="1" i="1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2400" b="1" i="1" smtClean="0">
                          <a:latin typeface="Cambria Math" panose="02040503050406030204" pitchFamily="18" charset="0"/>
                        </a:rPr>
                        <m:t>𝜷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𝜵</m:t>
                      </m:r>
                      <m:sSup>
                        <m:sSupPr>
                          <m:ctrlPr>
                            <a:rPr lang="en-US" altLang="ko-K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  <m:r>
                            <a:rPr lang="en-US" altLang="ko-K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ko-K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altLang="ko-K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  <m:r>
                            <a:rPr lang="en-US" altLang="ko-K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altLang="ko-KR" sz="2400" b="1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− </m:t>
                      </m:r>
                      <m:f>
                        <m:fPr>
                          <m:ctrlP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ko-K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400" b="1" i="1" smtClean="0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altLang="ko-KR" sz="2400" b="1" i="1" smtClean="0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  <m:r>
                                    <a:rPr lang="en-US" altLang="ko-KR" sz="2400" b="1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ko-KR" sz="2400" b="1" i="1" smtClean="0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en-US" altLang="ko-KR" sz="2400" b="1" i="1" smtClean="0">
                                  <a:latin typeface="Cambria Math" panose="02040503050406030204" pitchFamily="18" charset="0"/>
                                </a:rPr>
                                <m:t>+ </m:t>
                              </m:r>
                              <m:r>
                                <a:rPr lang="ko-KR" altLang="en-US" sz="2400" b="1" i="1" smtClean="0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rad>
                        </m:den>
                      </m:f>
                      <m:r>
                        <a:rPr lang="en-US" altLang="ko-K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𝜵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𝒇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en-US" altLang="ko-K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b="1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9D41201-8627-4D56-3EC4-A29A79C74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4451" y="5271758"/>
                <a:ext cx="5490411" cy="108459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5141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12780-0E88-F1D1-529A-7277942A6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2.1. </a:t>
            </a:r>
            <a:r>
              <a:rPr lang="ko-KR" altLang="en-US" u="sng" dirty="0"/>
              <a:t>최적화 기법 및 가중치 초기화 기법</a:t>
            </a:r>
            <a:endParaRPr lang="ko-KR" altLang="en-US" dirty="0"/>
          </a:p>
        </p:txBody>
      </p:sp>
      <p:pic>
        <p:nvPicPr>
          <p:cNvPr id="6" name="내용 개체 틀 5" descr="텍스트, 스크린샷, 도표, 라인이(가) 표시된 사진&#10;&#10;자동 생성된 설명">
            <a:extLst>
              <a:ext uri="{FF2B5EF4-FFF2-40B4-BE49-F238E27FC236}">
                <a16:creationId xmlns:a16="http://schemas.microsoft.com/office/drawing/2014/main" id="{869F037C-59ED-9BA4-D6ED-BE2CEF8391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15823"/>
            <a:ext cx="5340107" cy="4215392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8E3165-0590-6542-BA20-BEAE7C01A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8" name="그림 7" descr="텍스트, 스크린샷, 도표, 그래프이(가) 표시된 사진&#10;&#10;자동 생성된 설명">
            <a:extLst>
              <a:ext uri="{FF2B5EF4-FFF2-40B4-BE49-F238E27FC236}">
                <a16:creationId xmlns:a16="http://schemas.microsoft.com/office/drawing/2014/main" id="{0D8D8C6A-BFF0-52B8-7198-78EE97E0A1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6522" y="1915823"/>
            <a:ext cx="5340107" cy="4215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4985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F0FB5D-2108-1BCC-4A45-34B6B658B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2.1. </a:t>
            </a:r>
            <a:r>
              <a:rPr lang="ko-KR" altLang="en-US" u="sng" dirty="0"/>
              <a:t>최적화 기법 및 가중치 초기화 기법</a:t>
            </a:r>
            <a:endParaRPr lang="ko-KR" altLang="en-US" dirty="0"/>
          </a:p>
        </p:txBody>
      </p:sp>
      <p:pic>
        <p:nvPicPr>
          <p:cNvPr id="6" name="내용 개체 틀 5" descr="텍스트, 스크린샷, 그래프, 라인이(가) 표시된 사진&#10;&#10;자동 생성된 설명">
            <a:extLst>
              <a:ext uri="{FF2B5EF4-FFF2-40B4-BE49-F238E27FC236}">
                <a16:creationId xmlns:a16="http://schemas.microsoft.com/office/drawing/2014/main" id="{70F508DB-548E-8D4C-C9DF-0358890CB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8337" y="1620992"/>
            <a:ext cx="5294127" cy="4351338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EC7749-84BA-EE03-B5D1-34B71887D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19</a:t>
            </a:fld>
            <a:endParaRPr lang="ko-KR" altLang="en-US"/>
          </a:p>
        </p:txBody>
      </p:sp>
      <p:pic>
        <p:nvPicPr>
          <p:cNvPr id="8" name="그림 7" descr="텍스트, 스크린샷, 그래프, 라인이(가) 표시된 사진&#10;&#10;자동 생성된 설명">
            <a:extLst>
              <a:ext uri="{FF2B5EF4-FFF2-40B4-BE49-F238E27FC236}">
                <a16:creationId xmlns:a16="http://schemas.microsoft.com/office/drawing/2014/main" id="{005D1679-9411-AC93-F25E-23A4D76160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004" y="1581459"/>
            <a:ext cx="5340107" cy="438912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E3FE84C-73F9-6610-3764-D89AA1415DE2}"/>
              </a:ext>
            </a:extLst>
          </p:cNvPr>
          <p:cNvSpPr txBox="1"/>
          <p:nvPr/>
        </p:nvSpPr>
        <p:spPr>
          <a:xfrm>
            <a:off x="2198914" y="1634908"/>
            <a:ext cx="286294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dirty="0"/>
              <a:t>My code Implementation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95EF4F-8AAA-3F02-21A0-21DA46C91954}"/>
              </a:ext>
            </a:extLst>
          </p:cNvPr>
          <p:cNvSpPr txBox="1"/>
          <p:nvPr/>
        </p:nvSpPr>
        <p:spPr>
          <a:xfrm>
            <a:off x="7772399" y="1634908"/>
            <a:ext cx="286294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dirty="0"/>
              <a:t>Textbook Implementation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87845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13FC9-06EB-0C79-5886-69EBF892E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2.3. </a:t>
            </a:r>
            <a:r>
              <a:rPr lang="ko-KR" altLang="en-US" u="sng" dirty="0"/>
              <a:t>배치 정규화와 </a:t>
            </a:r>
            <a:r>
              <a:rPr lang="ko-KR" altLang="en-US" u="sng" dirty="0" err="1"/>
              <a:t>드랍아웃</a:t>
            </a:r>
            <a:endParaRPr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DB1597-7A01-5395-AF26-3C36E6946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6" name="내용 개체 틀 15" descr="텍스트, 도표, 평행, 라인이(가) 표시된 사진&#10;&#10;자동 생성된 설명">
            <a:extLst>
              <a:ext uri="{FF2B5EF4-FFF2-40B4-BE49-F238E27FC236}">
                <a16:creationId xmlns:a16="http://schemas.microsoft.com/office/drawing/2014/main" id="{845F847D-131D-8E9F-652D-0818A81956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4533" y="1690688"/>
            <a:ext cx="5329267" cy="4351338"/>
          </a:xfrm>
        </p:spPr>
      </p:pic>
      <p:pic>
        <p:nvPicPr>
          <p:cNvPr id="18" name="그림 17" descr="텍스트, 도표, 라인, 평행이(가) 표시된 사진&#10;&#10;자동 생성된 설명">
            <a:extLst>
              <a:ext uri="{FF2B5EF4-FFF2-40B4-BE49-F238E27FC236}">
                <a16:creationId xmlns:a16="http://schemas.microsoft.com/office/drawing/2014/main" id="{FC21E8D1-FC12-7C0E-8C19-C499A33E72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986" y="1690688"/>
            <a:ext cx="5431547" cy="443484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ADFAAC8-52DD-D2CC-180E-AC5A7CA9FD77}"/>
              </a:ext>
            </a:extLst>
          </p:cNvPr>
          <p:cNvSpPr txBox="1"/>
          <p:nvPr/>
        </p:nvSpPr>
        <p:spPr>
          <a:xfrm>
            <a:off x="685090" y="1690688"/>
            <a:ext cx="532926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My</a:t>
            </a:r>
            <a:r>
              <a:rPr lang="ko-KR" altLang="en-US" sz="1600" dirty="0"/>
              <a:t> </a:t>
            </a:r>
            <a:r>
              <a:rPr lang="en-US" altLang="ko-KR" sz="1600" dirty="0"/>
              <a:t>Batch Normalization with various weight </a:t>
            </a:r>
            <a:r>
              <a:rPr lang="en-US" altLang="ko-KR" sz="1600" dirty="0" err="1"/>
              <a:t>inits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F915D4-7E90-751C-12BD-F19862305696}"/>
              </a:ext>
            </a:extLst>
          </p:cNvPr>
          <p:cNvSpPr txBox="1"/>
          <p:nvPr/>
        </p:nvSpPr>
        <p:spPr>
          <a:xfrm>
            <a:off x="5945966" y="1678573"/>
            <a:ext cx="532926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Textbook</a:t>
            </a:r>
            <a:r>
              <a:rPr lang="ko-KR" altLang="en-US" sz="1600" dirty="0"/>
              <a:t> </a:t>
            </a:r>
            <a:r>
              <a:rPr lang="en-US" altLang="ko-KR" sz="1600" dirty="0"/>
              <a:t>Batch Normalization with various weight </a:t>
            </a:r>
            <a:r>
              <a:rPr lang="en-US" altLang="ko-KR" sz="1600" dirty="0" err="1"/>
              <a:t>inits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37562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13FC9-06EB-0C79-5886-69EBF892E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2.3. </a:t>
            </a:r>
            <a:r>
              <a:rPr lang="ko-KR" altLang="en-US" u="sng" dirty="0"/>
              <a:t>배치 정규화와 </a:t>
            </a:r>
            <a:r>
              <a:rPr lang="ko-KR" altLang="en-US" u="sng" dirty="0" err="1"/>
              <a:t>드랍아웃</a:t>
            </a:r>
            <a:endParaRPr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DB1597-7A01-5395-AF26-3C36E6946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8" name="그림 17" descr="텍스트, 도표, 라인, 평행이(가) 표시된 사진&#10;&#10;자동 생성된 설명">
            <a:extLst>
              <a:ext uri="{FF2B5EF4-FFF2-40B4-BE49-F238E27FC236}">
                <a16:creationId xmlns:a16="http://schemas.microsoft.com/office/drawing/2014/main" id="{FC21E8D1-FC12-7C0E-8C19-C499A33E72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986" y="1690688"/>
            <a:ext cx="5431547" cy="443484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ADFAAC8-52DD-D2CC-180E-AC5A7CA9FD77}"/>
              </a:ext>
            </a:extLst>
          </p:cNvPr>
          <p:cNvSpPr txBox="1"/>
          <p:nvPr/>
        </p:nvSpPr>
        <p:spPr>
          <a:xfrm>
            <a:off x="685090" y="1690688"/>
            <a:ext cx="532926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My</a:t>
            </a:r>
            <a:r>
              <a:rPr lang="ko-KR" altLang="en-US" sz="1600" dirty="0"/>
              <a:t> </a:t>
            </a:r>
            <a:r>
              <a:rPr lang="en-US" altLang="ko-KR" sz="1600" dirty="0"/>
              <a:t>Batch Normalization </a:t>
            </a:r>
            <a:r>
              <a:rPr lang="en-US" altLang="ko-KR" sz="1600" b="1" u="sng" dirty="0"/>
              <a:t>BEFORE</a:t>
            </a:r>
            <a:r>
              <a:rPr lang="en-US" altLang="ko-KR" sz="1600" dirty="0"/>
              <a:t> </a:t>
            </a:r>
            <a:r>
              <a:rPr lang="en-US" altLang="ko-KR" sz="1600" dirty="0" err="1"/>
              <a:t>Actv</a:t>
            </a:r>
            <a:r>
              <a:rPr lang="en-US" altLang="ko-KR" sz="1600" dirty="0"/>
              <a:t>. </a:t>
            </a:r>
            <a:r>
              <a:rPr lang="en-US" altLang="ko-KR" sz="1600" dirty="0" err="1"/>
              <a:t>layersc</a:t>
            </a:r>
            <a:endParaRPr lang="ko-KR" altLang="en-US" sz="1600" dirty="0"/>
          </a:p>
        </p:txBody>
      </p:sp>
      <p:pic>
        <p:nvPicPr>
          <p:cNvPr id="7" name="그림 6" descr="텍스트, 도표, 라인, 그래프이(가) 표시된 사진&#10;&#10;자동 생성된 설명">
            <a:extLst>
              <a:ext uri="{FF2B5EF4-FFF2-40B4-BE49-F238E27FC236}">
                <a16:creationId xmlns:a16="http://schemas.microsoft.com/office/drawing/2014/main" id="{6D6114A8-1877-C49F-10B9-5D7A58345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252" y="1690688"/>
            <a:ext cx="5184658" cy="44348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1B51A6-7BC5-371C-6030-AF1C9BDB57E5}"/>
              </a:ext>
            </a:extLst>
          </p:cNvPr>
          <p:cNvSpPr txBox="1"/>
          <p:nvPr/>
        </p:nvSpPr>
        <p:spPr>
          <a:xfrm>
            <a:off x="6322252" y="1636818"/>
            <a:ext cx="532926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My</a:t>
            </a:r>
            <a:r>
              <a:rPr lang="ko-KR" altLang="en-US" sz="1600" dirty="0"/>
              <a:t> </a:t>
            </a:r>
            <a:r>
              <a:rPr lang="en-US" altLang="ko-KR" sz="1600" dirty="0"/>
              <a:t>Batch Normalization </a:t>
            </a:r>
            <a:r>
              <a:rPr lang="en-US" altLang="ko-KR" sz="1600" b="1" u="sng" dirty="0"/>
              <a:t>AFTER</a:t>
            </a:r>
            <a:r>
              <a:rPr lang="en-US" altLang="ko-KR" sz="1600" dirty="0"/>
              <a:t> </a:t>
            </a:r>
            <a:r>
              <a:rPr lang="en-US" altLang="ko-KR" sz="1600" dirty="0" err="1"/>
              <a:t>Actv</a:t>
            </a:r>
            <a:r>
              <a:rPr lang="en-US" altLang="ko-KR" sz="1600" dirty="0"/>
              <a:t>. layers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264522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FD6577-660A-DC29-277A-EBAF122E2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2.3. </a:t>
            </a:r>
            <a:r>
              <a:rPr lang="ko-KR" altLang="en-US" u="sng" dirty="0"/>
              <a:t>배치 정규화와 </a:t>
            </a:r>
            <a:r>
              <a:rPr lang="ko-KR" altLang="en-US" u="sng" dirty="0" err="1"/>
              <a:t>드랍아웃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B8D2B5-11C3-C899-FCF9-DE43120D5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CEC716-067D-5F6A-5175-D45A4E9F5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05120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3A4D6E-73FD-02A6-3E9C-046ACB7AC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2.3. </a:t>
            </a:r>
            <a:r>
              <a:rPr lang="ko-KR" altLang="en-US" u="sng" dirty="0"/>
              <a:t>배치 정규화와 </a:t>
            </a:r>
            <a:r>
              <a:rPr lang="ko-KR" altLang="en-US" u="sng" dirty="0" err="1"/>
              <a:t>드랍아웃</a:t>
            </a:r>
            <a:endParaRPr lang="ko-KR" altLang="en-US" u="sng" dirty="0"/>
          </a:p>
        </p:txBody>
      </p:sp>
      <p:pic>
        <p:nvPicPr>
          <p:cNvPr id="6" name="내용 개체 틀 5" descr="텍스트, 라인, 도표, 그래프이(가) 표시된 사진&#10;&#10;자동 생성된 설명">
            <a:extLst>
              <a:ext uri="{FF2B5EF4-FFF2-40B4-BE49-F238E27FC236}">
                <a16:creationId xmlns:a16="http://schemas.microsoft.com/office/drawing/2014/main" id="{64E2E32C-0EC9-DB84-E260-59909CF478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871" y="1457593"/>
            <a:ext cx="5184658" cy="4160528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22285E-28B7-EDDB-E8A9-6364EA08A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8" name="그림 7" descr="텍스트, 라인, 도표, 그래프이(가) 표시된 사진&#10;&#10;자동 생성된 설명">
            <a:extLst>
              <a:ext uri="{FF2B5EF4-FFF2-40B4-BE49-F238E27FC236}">
                <a16:creationId xmlns:a16="http://schemas.microsoft.com/office/drawing/2014/main" id="{B69794AC-2A8C-58DC-FE90-7024ECA7C6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5471" y="1457593"/>
            <a:ext cx="5184658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4288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3B8156-4971-4A02-829B-AD61829FD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2.3. </a:t>
            </a:r>
            <a:r>
              <a:rPr lang="ko-KR" altLang="en-US" u="sng" dirty="0"/>
              <a:t>배치 정규화와 </a:t>
            </a:r>
            <a:r>
              <a:rPr lang="ko-KR" altLang="en-US" u="sng" dirty="0" err="1"/>
              <a:t>드랍아웃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B02AD4-6948-899E-3B13-DF38057400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C0CCC8-4B3F-8BBC-E65A-E5324F251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22390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8CA12B-EC33-D227-A9FD-B64946261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2.4. </a:t>
            </a:r>
            <a:r>
              <a:rPr lang="ko-KR" altLang="en-US" dirty="0" err="1"/>
              <a:t>초매개변수</a:t>
            </a:r>
            <a:r>
              <a:rPr lang="ko-KR" altLang="en-US" dirty="0"/>
              <a:t> 최적화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87D1E6-F498-C969-CDB3-AB311F525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EDDE3B-A3EB-A3DF-B9E3-5395BAA5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546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82C52-24E2-1148-3A0B-3559EA4FB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u="sng" dirty="0"/>
              <a:t>3. from MLP to CNN</a:t>
            </a:r>
            <a:br>
              <a:rPr lang="en-US" altLang="ko-KR" u="sng" dirty="0"/>
            </a:b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60AE16-A6F5-743C-9B81-1F76D9D35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077D61-CCD9-F216-C18D-0335958EE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4C0B5-FE02-4F73-8EFF-F9E0EA45C4DC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96605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1C92FF-49E8-5BC8-93FA-3F16628B2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9729"/>
            <a:ext cx="10515600" cy="1325563"/>
          </a:xfrm>
        </p:spPr>
        <p:txBody>
          <a:bodyPr/>
          <a:lstStyle/>
          <a:p>
            <a:r>
              <a:rPr lang="en-US" altLang="ko-KR" sz="4400" dirty="0"/>
              <a:t>IV. </a:t>
            </a:r>
            <a:r>
              <a:rPr lang="ko-KR" altLang="en-US" sz="4400" dirty="0"/>
              <a:t>느낀 점 및 추가 연구 계획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78EE2E-37A7-84C1-7EFE-0D6069298A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0229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CPU</a:t>
            </a:r>
            <a:r>
              <a:rPr lang="ko-KR" altLang="en-US" dirty="0"/>
              <a:t>만으로는 굉장히 한계가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따라서 연구 자원이 중요하다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생각보다 </a:t>
            </a:r>
            <a:r>
              <a:rPr lang="ko-KR" altLang="en-US" dirty="0" err="1"/>
              <a:t>하이퍼파라미터를</a:t>
            </a:r>
            <a:r>
              <a:rPr lang="ko-KR" altLang="en-US" dirty="0"/>
              <a:t> 조정</a:t>
            </a:r>
            <a:r>
              <a:rPr lang="en-US" altLang="ko-KR" dirty="0"/>
              <a:t>-</a:t>
            </a:r>
            <a:r>
              <a:rPr lang="ko-KR" altLang="en-US" dirty="0"/>
              <a:t>비교하는 것이 유의미하다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인지언어학에서의 </a:t>
            </a:r>
            <a:r>
              <a:rPr lang="en-US" altLang="ko-KR" dirty="0"/>
              <a:t>Priming effect</a:t>
            </a:r>
          </a:p>
          <a:p>
            <a:r>
              <a:rPr lang="en-US" altLang="ko-KR" dirty="0"/>
              <a:t> CNN</a:t>
            </a:r>
            <a:r>
              <a:rPr lang="ko-KR" altLang="en-US" dirty="0"/>
              <a:t>을 활용한 자연어 처리</a:t>
            </a:r>
            <a:r>
              <a:rPr lang="en-US" altLang="ko-KR" dirty="0"/>
              <a:t>. (</a:t>
            </a:r>
            <a:r>
              <a:rPr lang="ko-KR" altLang="en-US" dirty="0"/>
              <a:t>채널을 다국어 인풋으로 받기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단</a:t>
            </a:r>
            <a:r>
              <a:rPr lang="en-US" altLang="ko-KR" dirty="0"/>
              <a:t>, CNN</a:t>
            </a:r>
            <a:r>
              <a:rPr lang="ko-KR" altLang="en-US" dirty="0"/>
              <a:t>의 특성상 개별 언어의 어순에 유의</a:t>
            </a:r>
            <a:r>
              <a:rPr lang="en-US" altLang="ko-KR" dirty="0"/>
              <a:t>. (SVO </a:t>
            </a:r>
            <a:r>
              <a:rPr lang="ko-KR" altLang="en-US" dirty="0"/>
              <a:t>혹은 </a:t>
            </a:r>
            <a:r>
              <a:rPr lang="en-US" altLang="ko-KR" dirty="0"/>
              <a:t>SOV)</a:t>
            </a:r>
          </a:p>
          <a:p>
            <a:r>
              <a:rPr lang="ko-KR" altLang="en-US" dirty="0"/>
              <a:t>심층신경망 층의 깊이와 너비 실험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FF4454-13DC-7B60-B4BA-BDBF9F5F0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4ECE6-60FC-4EDA-9935-27D3266B0144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334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845</TotalTime>
  <Words>855</Words>
  <Application>Microsoft Office PowerPoint</Application>
  <PresentationFormat>와이드스크린</PresentationFormat>
  <Paragraphs>184</Paragraphs>
  <Slides>27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27</vt:i4>
      </vt:variant>
    </vt:vector>
  </HeadingPairs>
  <TitlesOfParts>
    <vt:vector size="33" baseType="lpstr">
      <vt:lpstr>맑은 고딕</vt:lpstr>
      <vt:lpstr>Arial</vt:lpstr>
      <vt:lpstr>Cambria Math</vt:lpstr>
      <vt:lpstr>Wingdings</vt:lpstr>
      <vt:lpstr>Office 테마</vt:lpstr>
      <vt:lpstr>Office 테마</vt:lpstr>
      <vt:lpstr>밑바닥부터 딥러닝I 실험/연구 발표</vt:lpstr>
      <vt:lpstr>목차</vt:lpstr>
      <vt:lpstr>1. 퍼셉트론과 MLP </vt:lpstr>
      <vt:lpstr>1.1. 미분소(dx)값별 기울기 오차 비교</vt:lpstr>
      <vt:lpstr>1.1. 미분소(dx)값별 기울기 오차 비교</vt:lpstr>
      <vt:lpstr>1.1. 미분소(dx)값별 기울기 오차 비교</vt:lpstr>
      <vt:lpstr>1.2. 활성화 함수 및 데이터 전처리</vt:lpstr>
      <vt:lpstr>1.2. 활성화 함수 및 데이터 전처리</vt:lpstr>
      <vt:lpstr>1.2. 활성화 함수 및 데이터 전처리</vt:lpstr>
      <vt:lpstr>1.2. 활성화 함수 및 데이터 전처리</vt:lpstr>
      <vt:lpstr>1.2. 활성화 함수 및 데이터 전처리</vt:lpstr>
      <vt:lpstr>1.2. 활성화 함수 및 데이터 전처리</vt:lpstr>
      <vt:lpstr>참고: CIFAR-10 데이터셋에 대한 비교</vt:lpstr>
      <vt:lpstr>1.3. 미니배치 학습기법 비교 실험</vt:lpstr>
      <vt:lpstr>1.3. 미니배치 학습기법 비교 실험</vt:lpstr>
      <vt:lpstr>2. 학습 관련 기법들 </vt:lpstr>
      <vt:lpstr>2.1. 최적화 기법 및 가중치 초기화 기법</vt:lpstr>
      <vt:lpstr>2.1. 최적화 기법 및 가중치 초기화 기법</vt:lpstr>
      <vt:lpstr>2.1. 최적화 기법 및 가중치 초기화 기법</vt:lpstr>
      <vt:lpstr>2.3. 배치 정규화와 드랍아웃</vt:lpstr>
      <vt:lpstr>2.3. 배치 정규화와 드랍아웃</vt:lpstr>
      <vt:lpstr>2.3. 배치 정규화와 드랍아웃</vt:lpstr>
      <vt:lpstr>2.3. 배치 정규화와 드랍아웃</vt:lpstr>
      <vt:lpstr>2.3. 배치 정규화와 드랍아웃</vt:lpstr>
      <vt:lpstr>2.4. 초매개변수 최적화 </vt:lpstr>
      <vt:lpstr>3. from MLP to CNN </vt:lpstr>
      <vt:lpstr>IV. 느낀 점 및 추가 연구 계획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밑바닥부터 딥러닝I 실험/연구 발표</dc:title>
  <dc:creator>원종빈[ 학부재학 / 언어학과 ]</dc:creator>
  <cp:lastModifiedBy>원종빈[ 학부재학 / 언어학과 ]</cp:lastModifiedBy>
  <cp:revision>1</cp:revision>
  <dcterms:created xsi:type="dcterms:W3CDTF">2023-09-16T01:21:36Z</dcterms:created>
  <dcterms:modified xsi:type="dcterms:W3CDTF">2023-09-20T16:22:59Z</dcterms:modified>
</cp:coreProperties>
</file>