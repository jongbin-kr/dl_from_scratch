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notesMasterIdLst>
    <p:notesMasterId r:id="rId43"/>
  </p:notesMasterIdLst>
  <p:sldIdLst>
    <p:sldId id="256" r:id="rId3"/>
    <p:sldId id="260" r:id="rId4"/>
    <p:sldId id="262" r:id="rId5"/>
    <p:sldId id="257" r:id="rId6"/>
    <p:sldId id="263" r:id="rId7"/>
    <p:sldId id="264" r:id="rId8"/>
    <p:sldId id="265" r:id="rId9"/>
    <p:sldId id="267" r:id="rId10"/>
    <p:sldId id="268" r:id="rId11"/>
    <p:sldId id="269" r:id="rId12"/>
    <p:sldId id="280" r:id="rId13"/>
    <p:sldId id="271" r:id="rId14"/>
    <p:sldId id="273" r:id="rId15"/>
    <p:sldId id="274" r:id="rId16"/>
    <p:sldId id="275" r:id="rId17"/>
    <p:sldId id="277" r:id="rId18"/>
    <p:sldId id="278" r:id="rId19"/>
    <p:sldId id="279" r:id="rId20"/>
    <p:sldId id="288" r:id="rId21"/>
    <p:sldId id="290" r:id="rId22"/>
    <p:sldId id="292" r:id="rId23"/>
    <p:sldId id="293" r:id="rId24"/>
    <p:sldId id="294" r:id="rId25"/>
    <p:sldId id="295" r:id="rId26"/>
    <p:sldId id="296" r:id="rId27"/>
    <p:sldId id="281" r:id="rId28"/>
    <p:sldId id="283" r:id="rId29"/>
    <p:sldId id="284" r:id="rId30"/>
    <p:sldId id="282" r:id="rId31"/>
    <p:sldId id="285" r:id="rId32"/>
    <p:sldId id="289" r:id="rId33"/>
    <p:sldId id="286" r:id="rId34"/>
    <p:sldId id="287" r:id="rId35"/>
    <p:sldId id="276" r:id="rId36"/>
    <p:sldId id="302" r:id="rId37"/>
    <p:sldId id="301" r:id="rId38"/>
    <p:sldId id="297" r:id="rId39"/>
    <p:sldId id="298" r:id="rId40"/>
    <p:sldId id="272" r:id="rId41"/>
    <p:sldId id="299" r:id="rId4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60F04-8A1F-4445-87A9-9F6167518788}" v="1" dt="2023-09-20T03:44:01.252"/>
    <p1510:client id="{1865A528-3365-45D8-816C-B1CED698EAE2}" v="803" dt="2023-09-20T23:32:40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9621" autoAdjust="0"/>
  </p:normalViewPr>
  <p:slideViewPr>
    <p:cSldViewPr snapToGrid="0">
      <p:cViewPr varScale="1">
        <p:scale>
          <a:sx n="88" d="100"/>
          <a:sy n="88" d="100"/>
        </p:scale>
        <p:origin x="45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원종빈[ 학부재학 / 언어학과 ]" userId="e07aea9e-92ed-4da9-a75e-875ab8ec805f" providerId="ADAL" clId="{1865A528-3365-45D8-816C-B1CED698EAE2}"/>
    <pc:docChg chg="undo custSel addSld delSld modSld sldOrd addMainMaster modMainMaster">
      <pc:chgData name="원종빈[ 학부재학 / 언어학과 ]" userId="e07aea9e-92ed-4da9-a75e-875ab8ec805f" providerId="ADAL" clId="{1865A528-3365-45D8-816C-B1CED698EAE2}" dt="2023-09-20T23:40:25.166" v="8698" actId="20577"/>
      <pc:docMkLst>
        <pc:docMk/>
      </pc:docMkLst>
      <pc:sldChg chg="modSp mod">
        <pc:chgData name="원종빈[ 학부재학 / 언어학과 ]" userId="e07aea9e-92ed-4da9-a75e-875ab8ec805f" providerId="ADAL" clId="{1865A528-3365-45D8-816C-B1CED698EAE2}" dt="2023-09-20T22:30:43.554" v="6513" actId="20577"/>
        <pc:sldMkLst>
          <pc:docMk/>
          <pc:sldMk cId="1542910593" sldId="256"/>
        </pc:sldMkLst>
        <pc:spChg chg="mod">
          <ac:chgData name="원종빈[ 학부재학 / 언어학과 ]" userId="e07aea9e-92ed-4da9-a75e-875ab8ec805f" providerId="ADAL" clId="{1865A528-3365-45D8-816C-B1CED698EAE2}" dt="2023-09-20T22:30:43.554" v="6513" actId="20577"/>
          <ac:spMkLst>
            <pc:docMk/>
            <pc:sldMk cId="1542910593" sldId="256"/>
            <ac:spMk id="2" creationId="{775565D4-2FFE-6D15-0028-57262E09F969}"/>
          </ac:spMkLst>
        </pc:spChg>
      </pc:sldChg>
      <pc:sldChg chg="modSp mod">
        <pc:chgData name="원종빈[ 학부재학 / 언어학과 ]" userId="e07aea9e-92ed-4da9-a75e-875ab8ec805f" providerId="ADAL" clId="{1865A528-3365-45D8-816C-B1CED698EAE2}" dt="2023-09-20T18:03:36.246" v="6431" actId="20577"/>
        <pc:sldMkLst>
          <pc:docMk/>
          <pc:sldMk cId="1630843970" sldId="257"/>
        </pc:sldMkLst>
        <pc:spChg chg="mod">
          <ac:chgData name="원종빈[ 학부재학 / 언어학과 ]" userId="e07aea9e-92ed-4da9-a75e-875ab8ec805f" providerId="ADAL" clId="{1865A528-3365-45D8-816C-B1CED698EAE2}" dt="2023-09-20T14:02:40.570" v="1512" actId="115"/>
          <ac:spMkLst>
            <pc:docMk/>
            <pc:sldMk cId="1630843970" sldId="257"/>
            <ac:spMk id="2" creationId="{ED817EA5-54BA-6EBA-F053-F7BD6AC2BB55}"/>
          </ac:spMkLst>
        </pc:spChg>
        <pc:spChg chg="mod">
          <ac:chgData name="원종빈[ 학부재학 / 언어학과 ]" userId="e07aea9e-92ed-4da9-a75e-875ab8ec805f" providerId="ADAL" clId="{1865A528-3365-45D8-816C-B1CED698EAE2}" dt="2023-09-20T18:03:36.246" v="6431" actId="20577"/>
          <ac:spMkLst>
            <pc:docMk/>
            <pc:sldMk cId="1630843970" sldId="257"/>
            <ac:spMk id="3" creationId="{0D8ECE5F-A158-87D7-0CDA-974A6CE0CF41}"/>
          </ac:spMkLst>
        </pc:spChg>
      </pc:sldChg>
      <pc:sldChg chg="modSp del mod">
        <pc:chgData name="원종빈[ 학부재학 / 언어학과 ]" userId="e07aea9e-92ed-4da9-a75e-875ab8ec805f" providerId="ADAL" clId="{1865A528-3365-45D8-816C-B1CED698EAE2}" dt="2023-09-20T13:29:54.188" v="1060" actId="47"/>
        <pc:sldMkLst>
          <pc:docMk/>
          <pc:sldMk cId="2512600974" sldId="258"/>
        </pc:sldMkLst>
        <pc:spChg chg="mod">
          <ac:chgData name="원종빈[ 학부재학 / 언어학과 ]" userId="e07aea9e-92ed-4da9-a75e-875ab8ec805f" providerId="ADAL" clId="{1865A528-3365-45D8-816C-B1CED698EAE2}" dt="2023-09-20T13:29:05.821" v="1057"/>
          <ac:spMkLst>
            <pc:docMk/>
            <pc:sldMk cId="2512600974" sldId="258"/>
            <ac:spMk id="2" creationId="{2F2F4F0C-3282-6243-DF84-293E9BABF0A5}"/>
          </ac:spMkLst>
        </pc:spChg>
      </pc:sldChg>
      <pc:sldChg chg="del">
        <pc:chgData name="원종빈[ 학부재학 / 언어학과 ]" userId="e07aea9e-92ed-4da9-a75e-875ab8ec805f" providerId="ADAL" clId="{1865A528-3365-45D8-816C-B1CED698EAE2}" dt="2023-09-20T13:30:32.823" v="1073" actId="2696"/>
        <pc:sldMkLst>
          <pc:docMk/>
          <pc:sldMk cId="2890765530" sldId="259"/>
        </pc:sldMkLst>
      </pc:sldChg>
      <pc:sldChg chg="modSp mod">
        <pc:chgData name="원종빈[ 학부재학 / 언어학과 ]" userId="e07aea9e-92ed-4da9-a75e-875ab8ec805f" providerId="ADAL" clId="{1865A528-3365-45D8-816C-B1CED698EAE2}" dt="2023-09-20T23:27:21.344" v="7591" actId="20577"/>
        <pc:sldMkLst>
          <pc:docMk/>
          <pc:sldMk cId="1474149068" sldId="260"/>
        </pc:sldMkLst>
        <pc:spChg chg="mod">
          <ac:chgData name="원종빈[ 학부재학 / 언어학과 ]" userId="e07aea9e-92ed-4da9-a75e-875ab8ec805f" providerId="ADAL" clId="{1865A528-3365-45D8-816C-B1CED698EAE2}" dt="2023-09-20T18:03:20.003" v="6428" actId="113"/>
          <ac:spMkLst>
            <pc:docMk/>
            <pc:sldMk cId="1474149068" sldId="260"/>
            <ac:spMk id="2" creationId="{3EFDA9F1-3A0B-E841-AD8C-7608C3803033}"/>
          </ac:spMkLst>
        </pc:spChg>
        <pc:spChg chg="mod">
          <ac:chgData name="원종빈[ 학부재학 / 언어학과 ]" userId="e07aea9e-92ed-4da9-a75e-875ab8ec805f" providerId="ADAL" clId="{1865A528-3365-45D8-816C-B1CED698EAE2}" dt="2023-09-20T23:27:21.344" v="7591" actId="20577"/>
          <ac:spMkLst>
            <pc:docMk/>
            <pc:sldMk cId="1474149068" sldId="260"/>
            <ac:spMk id="3" creationId="{B945FD3B-739D-E48B-BA80-9CF7AA1D86B9}"/>
          </ac:spMkLst>
        </pc:spChg>
      </pc:sldChg>
      <pc:sldChg chg="del">
        <pc:chgData name="원종빈[ 학부재학 / 언어학과 ]" userId="e07aea9e-92ed-4da9-a75e-875ab8ec805f" providerId="ADAL" clId="{1865A528-3365-45D8-816C-B1CED698EAE2}" dt="2023-09-20T14:09:44.491" v="1565" actId="47"/>
        <pc:sldMkLst>
          <pc:docMk/>
          <pc:sldMk cId="253850632" sldId="261"/>
        </pc:sldMkLst>
      </pc:sldChg>
      <pc:sldChg chg="modSp mod">
        <pc:chgData name="원종빈[ 학부재학 / 언어학과 ]" userId="e07aea9e-92ed-4da9-a75e-875ab8ec805f" providerId="ADAL" clId="{1865A528-3365-45D8-816C-B1CED698EAE2}" dt="2023-09-20T13:35:50.417" v="1264" actId="20577"/>
        <pc:sldMkLst>
          <pc:docMk/>
          <pc:sldMk cId="1774494767" sldId="262"/>
        </pc:sldMkLst>
        <pc:spChg chg="mod">
          <ac:chgData name="원종빈[ 학부재학 / 언어학과 ]" userId="e07aea9e-92ed-4da9-a75e-875ab8ec805f" providerId="ADAL" clId="{1865A528-3365-45D8-816C-B1CED698EAE2}" dt="2023-09-20T13:30:57.334" v="1082" actId="115"/>
          <ac:spMkLst>
            <pc:docMk/>
            <pc:sldMk cId="1774494767" sldId="262"/>
            <ac:spMk id="2" creationId="{090DF042-7606-1557-C44D-796AB92ED62D}"/>
          </ac:spMkLst>
        </pc:spChg>
        <pc:spChg chg="mod">
          <ac:chgData name="원종빈[ 학부재학 / 언어학과 ]" userId="e07aea9e-92ed-4da9-a75e-875ab8ec805f" providerId="ADAL" clId="{1865A528-3365-45D8-816C-B1CED698EAE2}" dt="2023-09-20T13:35:50.417" v="1264" actId="20577"/>
          <ac:spMkLst>
            <pc:docMk/>
            <pc:sldMk cId="1774494767" sldId="262"/>
            <ac:spMk id="3" creationId="{C9325F10-BBAB-F83A-2650-AF30B242F3B3}"/>
          </ac:spMkLst>
        </pc:spChg>
      </pc:sldChg>
      <pc:sldChg chg="addSp delSp modSp new mod setBg">
        <pc:chgData name="원종빈[ 학부재학 / 언어학과 ]" userId="e07aea9e-92ed-4da9-a75e-875ab8ec805f" providerId="ADAL" clId="{1865A528-3365-45D8-816C-B1CED698EAE2}" dt="2023-09-20T22:36:42.717" v="6543" actId="1076"/>
        <pc:sldMkLst>
          <pc:docMk/>
          <pc:sldMk cId="1985699468" sldId="263"/>
        </pc:sldMkLst>
        <pc:spChg chg="del mod">
          <ac:chgData name="원종빈[ 학부재학 / 언어학과 ]" userId="e07aea9e-92ed-4da9-a75e-875ab8ec805f" providerId="ADAL" clId="{1865A528-3365-45D8-816C-B1CED698EAE2}" dt="2023-09-20T13:36:13.029" v="1266" actId="478"/>
          <ac:spMkLst>
            <pc:docMk/>
            <pc:sldMk cId="1985699468" sldId="263"/>
            <ac:spMk id="2" creationId="{93A6E1C3-338E-97AB-30B7-C51681013E68}"/>
          </ac:spMkLst>
        </pc:spChg>
        <pc:spChg chg="del">
          <ac:chgData name="원종빈[ 학부재학 / 언어학과 ]" userId="e07aea9e-92ed-4da9-a75e-875ab8ec805f" providerId="ADAL" clId="{1865A528-3365-45D8-816C-B1CED698EAE2}" dt="2023-09-20T13:18:06.110" v="359"/>
          <ac:spMkLst>
            <pc:docMk/>
            <pc:sldMk cId="1985699468" sldId="263"/>
            <ac:spMk id="3" creationId="{2C9E499B-8C11-6301-0CF6-EDCEF8D8DF6A}"/>
          </ac:spMkLst>
        </pc:spChg>
        <pc:spChg chg="mod">
          <ac:chgData name="원종빈[ 학부재학 / 언어학과 ]" userId="e07aea9e-92ed-4da9-a75e-875ab8ec805f" providerId="ADAL" clId="{1865A528-3365-45D8-816C-B1CED698EAE2}" dt="2023-09-20T13:18:59.097" v="374" actId="26606"/>
          <ac:spMkLst>
            <pc:docMk/>
            <pc:sldMk cId="1985699468" sldId="263"/>
            <ac:spMk id="4" creationId="{57FF867E-3741-8E0C-8504-E75EA51930BA}"/>
          </ac:spMkLst>
        </pc:spChg>
        <pc:spChg chg="add del mod">
          <ac:chgData name="원종빈[ 학부재학 / 언어학과 ]" userId="e07aea9e-92ed-4da9-a75e-875ab8ec805f" providerId="ADAL" clId="{1865A528-3365-45D8-816C-B1CED698EAE2}" dt="2023-09-20T13:20:10.888" v="574" actId="21"/>
          <ac:spMkLst>
            <pc:docMk/>
            <pc:sldMk cId="1985699468" sldId="263"/>
            <ac:spMk id="9" creationId="{1C621E58-F4D8-4C37-11E8-D9D4D05CDE7B}"/>
          </ac:spMkLst>
        </pc:spChg>
        <pc:spChg chg="add mod">
          <ac:chgData name="원종빈[ 학부재학 / 언어학과 ]" userId="e07aea9e-92ed-4da9-a75e-875ab8ec805f" providerId="ADAL" clId="{1865A528-3365-45D8-816C-B1CED698EAE2}" dt="2023-09-20T22:35:34.436" v="6539" actId="20577"/>
          <ac:spMkLst>
            <pc:docMk/>
            <pc:sldMk cId="1985699468" sldId="263"/>
            <ac:spMk id="10" creationId="{CDE8BCBF-7D2C-8C7E-DD00-6E688ECF18E9}"/>
          </ac:spMkLst>
        </pc:spChg>
        <pc:spChg chg="add del mod">
          <ac:chgData name="원종빈[ 학부재학 / 언어학과 ]" userId="e07aea9e-92ed-4da9-a75e-875ab8ec805f" providerId="ADAL" clId="{1865A528-3365-45D8-816C-B1CED698EAE2}" dt="2023-09-20T13:36:15.143" v="1267" actId="478"/>
          <ac:spMkLst>
            <pc:docMk/>
            <pc:sldMk cId="1985699468" sldId="263"/>
            <ac:spMk id="12" creationId="{8B4BEC5A-71D2-483A-044B-1C4746E154FF}"/>
          </ac:spMkLst>
        </pc:spChg>
        <pc:spChg chg="add">
          <ac:chgData name="원종빈[ 학부재학 / 언어학과 ]" userId="e07aea9e-92ed-4da9-a75e-875ab8ec805f" providerId="ADAL" clId="{1865A528-3365-45D8-816C-B1CED698EAE2}" dt="2023-09-20T13:18:59.097" v="374" actId="26606"/>
          <ac:spMkLst>
            <pc:docMk/>
            <pc:sldMk cId="1985699468" sldId="263"/>
            <ac:spMk id="13" creationId="{99ED5833-B85B-4103-8A3B-CAB0308E6C15}"/>
          </ac:spMkLst>
        </pc:spChg>
        <pc:spChg chg="add mod">
          <ac:chgData name="원종빈[ 학부재학 / 언어학과 ]" userId="e07aea9e-92ed-4da9-a75e-875ab8ec805f" providerId="ADAL" clId="{1865A528-3365-45D8-816C-B1CED698EAE2}" dt="2023-09-20T14:02:42.955" v="1513" actId="115"/>
          <ac:spMkLst>
            <pc:docMk/>
            <pc:sldMk cId="1985699468" sldId="263"/>
            <ac:spMk id="14" creationId="{39346EB7-2DA1-38CE-FB80-87D9A50B372A}"/>
          </ac:spMkLst>
        </pc:spChg>
        <pc:picChg chg="add mod">
          <ac:chgData name="원종빈[ 학부재학 / 언어학과 ]" userId="e07aea9e-92ed-4da9-a75e-875ab8ec805f" providerId="ADAL" clId="{1865A528-3365-45D8-816C-B1CED698EAE2}" dt="2023-09-20T22:36:33.727" v="6541" actId="1076"/>
          <ac:picMkLst>
            <pc:docMk/>
            <pc:sldMk cId="1985699468" sldId="263"/>
            <ac:picMk id="6" creationId="{59C09217-7A63-35BD-1863-2877719D97AD}"/>
          </ac:picMkLst>
        </pc:picChg>
        <pc:picChg chg="add del mod ord">
          <ac:chgData name="원종빈[ 학부재학 / 언어학과 ]" userId="e07aea9e-92ed-4da9-a75e-875ab8ec805f" providerId="ADAL" clId="{1865A528-3365-45D8-816C-B1CED698EAE2}" dt="2023-09-20T22:36:22.730" v="6540" actId="21"/>
          <ac:picMkLst>
            <pc:docMk/>
            <pc:sldMk cId="1985699468" sldId="263"/>
            <ac:picMk id="8" creationId="{3B5167D2-A08B-DAF5-4FB9-1D9CF469C181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22:36:42.717" v="6543" actId="1076"/>
          <ac:picMkLst>
            <pc:docMk/>
            <pc:sldMk cId="1985699468" sldId="263"/>
            <ac:picMk id="15" creationId="{BFE8EB9C-D880-8646-DBB4-828E4AB45892}"/>
          </ac:picMkLst>
        </pc:picChg>
      </pc:sldChg>
      <pc:sldChg chg="addSp delSp modSp add mod setBg">
        <pc:chgData name="원종빈[ 학부재학 / 언어학과 ]" userId="e07aea9e-92ed-4da9-a75e-875ab8ec805f" providerId="ADAL" clId="{1865A528-3365-45D8-816C-B1CED698EAE2}" dt="2023-09-20T22:36:57.196" v="6547" actId="1076"/>
        <pc:sldMkLst>
          <pc:docMk/>
          <pc:sldMk cId="127893086" sldId="264"/>
        </pc:sldMkLst>
        <pc:spChg chg="del mod">
          <ac:chgData name="원종빈[ 학부재학 / 언어학과 ]" userId="e07aea9e-92ed-4da9-a75e-875ab8ec805f" providerId="ADAL" clId="{1865A528-3365-45D8-816C-B1CED698EAE2}" dt="2023-09-20T13:36:25.141" v="1273" actId="478"/>
          <ac:spMkLst>
            <pc:docMk/>
            <pc:sldMk cId="127893086" sldId="264"/>
            <ac:spMk id="2" creationId="{93A6E1C3-338E-97AB-30B7-C51681013E68}"/>
          </ac:spMkLst>
        </pc:spChg>
        <pc:spChg chg="mod ord">
          <ac:chgData name="원종빈[ 학부재학 / 언어학과 ]" userId="e07aea9e-92ed-4da9-a75e-875ab8ec805f" providerId="ADAL" clId="{1865A528-3365-45D8-816C-B1CED698EAE2}" dt="2023-09-20T13:18:54.071" v="373" actId="26606"/>
          <ac:spMkLst>
            <pc:docMk/>
            <pc:sldMk cId="127893086" sldId="264"/>
            <ac:spMk id="4" creationId="{57FF867E-3741-8E0C-8504-E75EA51930BA}"/>
          </ac:spMkLst>
        </pc:spChg>
        <pc:spChg chg="add del mod">
          <ac:chgData name="원종빈[ 학부재학 / 언어학과 ]" userId="e07aea9e-92ed-4da9-a75e-875ab8ec805f" providerId="ADAL" clId="{1865A528-3365-45D8-816C-B1CED698EAE2}" dt="2023-09-20T13:18:37.268" v="367" actId="478"/>
          <ac:spMkLst>
            <pc:docMk/>
            <pc:sldMk cId="127893086" sldId="264"/>
            <ac:spMk id="5" creationId="{F234EDFD-DACE-7A7D-7479-DB5A0FC82890}"/>
          </ac:spMkLst>
        </pc:spChg>
        <pc:spChg chg="add mod">
          <ac:chgData name="원종빈[ 학부재학 / 언어학과 ]" userId="e07aea9e-92ed-4da9-a75e-875ab8ec805f" providerId="ADAL" clId="{1865A528-3365-45D8-816C-B1CED698EAE2}" dt="2023-09-20T13:28:49.559" v="1056" actId="20577"/>
          <ac:spMkLst>
            <pc:docMk/>
            <pc:sldMk cId="127893086" sldId="264"/>
            <ac:spMk id="12" creationId="{5DBD807F-F39B-C9A1-B4A0-98734B82F87F}"/>
          </ac:spMkLst>
        </pc:spChg>
        <pc:spChg chg="add del mod">
          <ac:chgData name="원종빈[ 학부재학 / 언어학과 ]" userId="e07aea9e-92ed-4da9-a75e-875ab8ec805f" providerId="ADAL" clId="{1865A528-3365-45D8-816C-B1CED698EAE2}" dt="2023-09-20T13:36:27.310" v="1274" actId="478"/>
          <ac:spMkLst>
            <pc:docMk/>
            <pc:sldMk cId="127893086" sldId="264"/>
            <ac:spMk id="14" creationId="{69F465BE-DB55-0005-EB59-A934CD8E4055}"/>
          </ac:spMkLst>
        </pc:spChg>
        <pc:spChg chg="add del mod">
          <ac:chgData name="원종빈[ 학부재학 / 언어학과 ]" userId="e07aea9e-92ed-4da9-a75e-875ab8ec805f" providerId="ADAL" clId="{1865A528-3365-45D8-816C-B1CED698EAE2}" dt="2023-09-20T13:37:37.555" v="1280" actId="115"/>
          <ac:spMkLst>
            <pc:docMk/>
            <pc:sldMk cId="127893086" sldId="264"/>
            <ac:spMk id="15" creationId="{D6398315-B84A-A7FF-D451-8C0A65CC80CC}"/>
          </ac:spMkLst>
        </pc:spChg>
        <pc:spChg chg="add">
          <ac:chgData name="원종빈[ 학부재학 / 언어학과 ]" userId="e07aea9e-92ed-4da9-a75e-875ab8ec805f" providerId="ADAL" clId="{1865A528-3365-45D8-816C-B1CED698EAE2}" dt="2023-09-20T13:18:54.071" v="373" actId="26606"/>
          <ac:spMkLst>
            <pc:docMk/>
            <pc:sldMk cId="127893086" sldId="264"/>
            <ac:spMk id="16" creationId="{99ED5833-B85B-4103-8A3B-CAB0308E6C15}"/>
          </ac:spMkLst>
        </pc:spChg>
        <pc:picChg chg="del mod">
          <ac:chgData name="원종빈[ 학부재학 / 언어학과 ]" userId="e07aea9e-92ed-4da9-a75e-875ab8ec805f" providerId="ADAL" clId="{1865A528-3365-45D8-816C-B1CED698EAE2}" dt="2023-09-20T13:18:31.583" v="366" actId="478"/>
          <ac:picMkLst>
            <pc:docMk/>
            <pc:sldMk cId="127893086" sldId="264"/>
            <ac:picMk id="6" creationId="{59C09217-7A63-35BD-1863-2877719D97AD}"/>
          </ac:picMkLst>
        </pc:picChg>
        <pc:picChg chg="del">
          <ac:chgData name="원종빈[ 학부재학 / 언어학과 ]" userId="e07aea9e-92ed-4da9-a75e-875ab8ec805f" providerId="ADAL" clId="{1865A528-3365-45D8-816C-B1CED698EAE2}" dt="2023-09-20T13:18:37.853" v="368" actId="478"/>
          <ac:picMkLst>
            <pc:docMk/>
            <pc:sldMk cId="127893086" sldId="264"/>
            <ac:picMk id="8" creationId="{3B5167D2-A08B-DAF5-4FB9-1D9CF469C181}"/>
          </ac:picMkLst>
        </pc:picChg>
        <pc:picChg chg="add mod ord">
          <ac:chgData name="원종빈[ 학부재학 / 언어학과 ]" userId="e07aea9e-92ed-4da9-a75e-875ab8ec805f" providerId="ADAL" clId="{1865A528-3365-45D8-816C-B1CED698EAE2}" dt="2023-09-20T22:36:51.437" v="6545" actId="1076"/>
          <ac:picMkLst>
            <pc:docMk/>
            <pc:sldMk cId="127893086" sldId="264"/>
            <ac:picMk id="9" creationId="{F1D4B3C5-E4ED-9EA9-38C2-7A3DCE94B7AB}"/>
          </ac:picMkLst>
        </pc:picChg>
        <pc:picChg chg="add del mod">
          <ac:chgData name="원종빈[ 학부재학 / 언어학과 ]" userId="e07aea9e-92ed-4da9-a75e-875ab8ec805f" providerId="ADAL" clId="{1865A528-3365-45D8-816C-B1CED698EAE2}" dt="2023-09-20T22:36:45.701" v="6544" actId="21"/>
          <ac:picMkLst>
            <pc:docMk/>
            <pc:sldMk cId="127893086" sldId="264"/>
            <ac:picMk id="11" creationId="{B719517E-E0B1-9E51-CEBC-B297F6DD3EA2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22:36:57.196" v="6547" actId="1076"/>
          <ac:picMkLst>
            <pc:docMk/>
            <pc:sldMk cId="127893086" sldId="264"/>
            <ac:picMk id="17" creationId="{43A46A61-D923-232B-15DF-53A1554C0028}"/>
          </ac:picMkLst>
        </pc:picChg>
      </pc:sldChg>
      <pc:sldChg chg="addSp modSp add mod">
        <pc:chgData name="원종빈[ 학부재학 / 언어학과 ]" userId="e07aea9e-92ed-4da9-a75e-875ab8ec805f" providerId="ADAL" clId="{1865A528-3365-45D8-816C-B1CED698EAE2}" dt="2023-09-20T22:44:15.061" v="6697" actId="1076"/>
        <pc:sldMkLst>
          <pc:docMk/>
          <pc:sldMk cId="2348308057" sldId="265"/>
        </pc:sldMkLst>
        <pc:spChg chg="mod">
          <ac:chgData name="원종빈[ 학부재학 / 언어학과 ]" userId="e07aea9e-92ed-4da9-a75e-875ab8ec805f" providerId="ADAL" clId="{1865A528-3365-45D8-816C-B1CED698EAE2}" dt="2023-09-20T13:37:40.234" v="1281" actId="115"/>
          <ac:spMkLst>
            <pc:docMk/>
            <pc:sldMk cId="2348308057" sldId="265"/>
            <ac:spMk id="2" creationId="{10B3DF91-F1E9-C324-9032-3CD476DFDCCE}"/>
          </ac:spMkLst>
        </pc:spChg>
        <pc:spChg chg="add mod">
          <ac:chgData name="원종빈[ 학부재학 / 언어학과 ]" userId="e07aea9e-92ed-4da9-a75e-875ab8ec805f" providerId="ADAL" clId="{1865A528-3365-45D8-816C-B1CED698EAE2}" dt="2023-09-20T22:44:00.257" v="6692" actId="1076"/>
          <ac:spMkLst>
            <pc:docMk/>
            <pc:sldMk cId="2348308057" sldId="265"/>
            <ac:spMk id="3" creationId="{683CD3C2-E4D8-B591-7EC3-7F0BA97A4C86}"/>
          </ac:spMkLst>
        </pc:spChg>
        <pc:picChg chg="mod">
          <ac:chgData name="원종빈[ 학부재학 / 언어학과 ]" userId="e07aea9e-92ed-4da9-a75e-875ab8ec805f" providerId="ADAL" clId="{1865A528-3365-45D8-816C-B1CED698EAE2}" dt="2023-09-20T22:44:15.061" v="6697" actId="1076"/>
          <ac:picMkLst>
            <pc:docMk/>
            <pc:sldMk cId="2348308057" sldId="265"/>
            <ac:picMk id="2050" creationId="{E55B3544-FF20-5431-05C1-00B2A9C13C2F}"/>
          </ac:picMkLst>
        </pc:picChg>
        <pc:picChg chg="mod">
          <ac:chgData name="원종빈[ 학부재학 / 언어학과 ]" userId="e07aea9e-92ed-4da9-a75e-875ab8ec805f" providerId="ADAL" clId="{1865A528-3365-45D8-816C-B1CED698EAE2}" dt="2023-09-20T22:44:12.620" v="6696" actId="1076"/>
          <ac:picMkLst>
            <pc:docMk/>
            <pc:sldMk cId="2348308057" sldId="265"/>
            <ac:picMk id="2052" creationId="{8D253E9C-DDF3-CD22-B503-A29F6DCA07D8}"/>
          </ac:picMkLst>
        </pc:picChg>
        <pc:picChg chg="mod">
          <ac:chgData name="원종빈[ 학부재학 / 언어학과 ]" userId="e07aea9e-92ed-4da9-a75e-875ab8ec805f" providerId="ADAL" clId="{1865A528-3365-45D8-816C-B1CED698EAE2}" dt="2023-09-20T22:44:06.222" v="6693" actId="1076"/>
          <ac:picMkLst>
            <pc:docMk/>
            <pc:sldMk cId="2348308057" sldId="265"/>
            <ac:picMk id="2054" creationId="{124186CF-8AD8-5713-4D2F-728D4FE427A0}"/>
          </ac:picMkLst>
        </pc:picChg>
        <pc:picChg chg="mod">
          <ac:chgData name="원종빈[ 학부재학 / 언어학과 ]" userId="e07aea9e-92ed-4da9-a75e-875ab8ec805f" providerId="ADAL" clId="{1865A528-3365-45D8-816C-B1CED698EAE2}" dt="2023-09-20T22:44:10.637" v="6695" actId="1076"/>
          <ac:picMkLst>
            <pc:docMk/>
            <pc:sldMk cId="2348308057" sldId="265"/>
            <ac:picMk id="2056" creationId="{6D72D381-7F39-836D-5BD9-6AD67D4273F0}"/>
          </ac:picMkLst>
        </pc:picChg>
        <pc:picChg chg="mod">
          <ac:chgData name="원종빈[ 학부재학 / 언어학과 ]" userId="e07aea9e-92ed-4da9-a75e-875ab8ec805f" providerId="ADAL" clId="{1865A528-3365-45D8-816C-B1CED698EAE2}" dt="2023-09-20T22:44:08.599" v="6694" actId="1076"/>
          <ac:picMkLst>
            <pc:docMk/>
            <pc:sldMk cId="2348308057" sldId="265"/>
            <ac:picMk id="2058" creationId="{170463A4-776B-0859-FD96-FF9174461419}"/>
          </ac:picMkLst>
        </pc:picChg>
      </pc:sldChg>
      <pc:sldChg chg="addSp modSp add del mod">
        <pc:chgData name="원종빈[ 학부재학 / 언어학과 ]" userId="e07aea9e-92ed-4da9-a75e-875ab8ec805f" providerId="ADAL" clId="{1865A528-3365-45D8-816C-B1CED698EAE2}" dt="2023-09-20T23:29:12.456" v="7611" actId="2696"/>
        <pc:sldMkLst>
          <pc:docMk/>
          <pc:sldMk cId="1374902305" sldId="266"/>
        </pc:sldMkLst>
        <pc:spChg chg="mod">
          <ac:chgData name="원종빈[ 학부재학 / 언어학과 ]" userId="e07aea9e-92ed-4da9-a75e-875ab8ec805f" providerId="ADAL" clId="{1865A528-3365-45D8-816C-B1CED698EAE2}" dt="2023-09-20T14:02:50.486" v="1515" actId="115"/>
          <ac:spMkLst>
            <pc:docMk/>
            <pc:sldMk cId="1374902305" sldId="266"/>
            <ac:spMk id="2" creationId="{10B3DF91-F1E9-C324-9032-3CD476DFDCCE}"/>
          </ac:spMkLst>
        </pc:spChg>
        <pc:spChg chg="add mod">
          <ac:chgData name="원종빈[ 학부재학 / 언어학과 ]" userId="e07aea9e-92ed-4da9-a75e-875ab8ec805f" providerId="ADAL" clId="{1865A528-3365-45D8-816C-B1CED698EAE2}" dt="2023-09-20T13:59:20.338" v="1444" actId="20577"/>
          <ac:spMkLst>
            <pc:docMk/>
            <pc:sldMk cId="1374902305" sldId="266"/>
            <ac:spMk id="5" creationId="{DBCB5DFA-5744-D24D-5FF8-5DE6822C5484}"/>
          </ac:spMkLst>
        </pc:spChg>
      </pc:sldChg>
      <pc:sldChg chg="addSp modSp add mod">
        <pc:chgData name="원종빈[ 학부재학 / 언어학과 ]" userId="e07aea9e-92ed-4da9-a75e-875ab8ec805f" providerId="ADAL" clId="{1865A528-3365-45D8-816C-B1CED698EAE2}" dt="2023-09-20T23:31:31.666" v="7765" actId="255"/>
        <pc:sldMkLst>
          <pc:docMk/>
          <pc:sldMk cId="779792909" sldId="267"/>
        </pc:sldMkLst>
        <pc:spChg chg="mod">
          <ac:chgData name="원종빈[ 학부재학 / 언어학과 ]" userId="e07aea9e-92ed-4da9-a75e-875ab8ec805f" providerId="ADAL" clId="{1865A528-3365-45D8-816C-B1CED698EAE2}" dt="2023-09-20T14:02:55.005" v="1516"/>
          <ac:spMkLst>
            <pc:docMk/>
            <pc:sldMk cId="779792909" sldId="267"/>
            <ac:spMk id="2" creationId="{10B3DF91-F1E9-C324-9032-3CD476DFDCCE}"/>
          </ac:spMkLst>
        </pc:spChg>
        <pc:spChg chg="add mod">
          <ac:chgData name="원종빈[ 학부재학 / 언어학과 ]" userId="e07aea9e-92ed-4da9-a75e-875ab8ec805f" providerId="ADAL" clId="{1865A528-3365-45D8-816C-B1CED698EAE2}" dt="2023-09-20T23:30:10.345" v="7705" actId="571"/>
          <ac:spMkLst>
            <pc:docMk/>
            <pc:sldMk cId="779792909" sldId="267"/>
            <ac:spMk id="3" creationId="{C820CDB7-7F8A-37CB-C307-B3987420CA89}"/>
          </ac:spMkLst>
        </pc:spChg>
        <pc:spChg chg="mod">
          <ac:chgData name="원종빈[ 학부재학 / 언어학과 ]" userId="e07aea9e-92ed-4da9-a75e-875ab8ec805f" providerId="ADAL" clId="{1865A528-3365-45D8-816C-B1CED698EAE2}" dt="2023-09-20T23:31:31.666" v="7765" actId="255"/>
          <ac:spMkLst>
            <pc:docMk/>
            <pc:sldMk cId="779792909" sldId="267"/>
            <ac:spMk id="6" creationId="{F71FE48B-D124-F80E-29C4-CF12EA0FC6C0}"/>
          </ac:spMkLst>
        </pc:spChg>
      </pc:sldChg>
      <pc:sldChg chg="addSp delSp modSp add mod">
        <pc:chgData name="원종빈[ 학부재학 / 언어학과 ]" userId="e07aea9e-92ed-4da9-a75e-875ab8ec805f" providerId="ADAL" clId="{1865A528-3365-45D8-816C-B1CED698EAE2}" dt="2023-09-20T22:46:54.139" v="6709" actId="1076"/>
        <pc:sldMkLst>
          <pc:docMk/>
          <pc:sldMk cId="2590416326" sldId="268"/>
        </pc:sldMkLst>
        <pc:spChg chg="mod">
          <ac:chgData name="원종빈[ 학부재학 / 언어학과 ]" userId="e07aea9e-92ed-4da9-a75e-875ab8ec805f" providerId="ADAL" clId="{1865A528-3365-45D8-816C-B1CED698EAE2}" dt="2023-09-20T14:02:59.835" v="1517"/>
          <ac:spMkLst>
            <pc:docMk/>
            <pc:sldMk cId="2590416326" sldId="268"/>
            <ac:spMk id="2" creationId="{10B3DF91-F1E9-C324-9032-3CD476DFDCCE}"/>
          </ac:spMkLst>
        </pc:spChg>
        <pc:spChg chg="add mod">
          <ac:chgData name="원종빈[ 학부재학 / 언어학과 ]" userId="e07aea9e-92ed-4da9-a75e-875ab8ec805f" providerId="ADAL" clId="{1865A528-3365-45D8-816C-B1CED698EAE2}" dt="2023-09-20T14:32:18.036" v="2641" actId="1076"/>
          <ac:spMkLst>
            <pc:docMk/>
            <pc:sldMk cId="2590416326" sldId="268"/>
            <ac:spMk id="3" creationId="{10061263-AC9D-D4B2-3AB0-C6295D4CCCDC}"/>
          </ac:spMkLst>
        </pc:spChg>
        <pc:spChg chg="mod">
          <ac:chgData name="원종빈[ 학부재학 / 언어학과 ]" userId="e07aea9e-92ed-4da9-a75e-875ab8ec805f" providerId="ADAL" clId="{1865A528-3365-45D8-816C-B1CED698EAE2}" dt="2023-09-20T22:46:37.264" v="6702" actId="1076"/>
          <ac:spMkLst>
            <pc:docMk/>
            <pc:sldMk cId="2590416326" sldId="268"/>
            <ac:spMk id="4" creationId="{BB174AD4-635C-E6C7-8A99-5D08ED898758}"/>
          </ac:spMkLst>
        </pc:spChg>
        <pc:spChg chg="add mod">
          <ac:chgData name="원종빈[ 학부재학 / 언어학과 ]" userId="e07aea9e-92ed-4da9-a75e-875ab8ec805f" providerId="ADAL" clId="{1865A528-3365-45D8-816C-B1CED698EAE2}" dt="2023-09-20T14:32:32.938" v="2678" actId="20577"/>
          <ac:spMkLst>
            <pc:docMk/>
            <pc:sldMk cId="2590416326" sldId="268"/>
            <ac:spMk id="10" creationId="{C8A27D11-8B1F-7464-E528-4A276448768C}"/>
          </ac:spMkLst>
        </pc:spChg>
        <pc:spChg chg="del">
          <ac:chgData name="원종빈[ 학부재학 / 언어학과 ]" userId="e07aea9e-92ed-4da9-a75e-875ab8ec805f" providerId="ADAL" clId="{1865A528-3365-45D8-816C-B1CED698EAE2}" dt="2023-09-20T13:38:28.952" v="1287" actId="478"/>
          <ac:spMkLst>
            <pc:docMk/>
            <pc:sldMk cId="2590416326" sldId="268"/>
            <ac:spMk id="12" creationId="{838E1DFC-D636-8462-88D5-A02FE79C36CC}"/>
          </ac:spMkLst>
        </pc:spChg>
        <pc:spChg chg="del mod topLvl">
          <ac:chgData name="원종빈[ 학부재학 / 언어학과 ]" userId="e07aea9e-92ed-4da9-a75e-875ab8ec805f" providerId="ADAL" clId="{1865A528-3365-45D8-816C-B1CED698EAE2}" dt="2023-09-20T13:57:45.913" v="1407" actId="21"/>
          <ac:spMkLst>
            <pc:docMk/>
            <pc:sldMk cId="2590416326" sldId="268"/>
            <ac:spMk id="13" creationId="{6BBB866F-32BF-FB54-E71A-64C4D9F4C153}"/>
          </ac:spMkLst>
        </pc:spChg>
        <pc:spChg chg="mod">
          <ac:chgData name="원종빈[ 학부재학 / 언어학과 ]" userId="e07aea9e-92ed-4da9-a75e-875ab8ec805f" providerId="ADAL" clId="{1865A528-3365-45D8-816C-B1CED698EAE2}" dt="2023-09-20T22:46:54.139" v="6709" actId="1076"/>
          <ac:spMkLst>
            <pc:docMk/>
            <pc:sldMk cId="2590416326" sldId="268"/>
            <ac:spMk id="16" creationId="{0E78BEC5-659B-DB51-F1C4-7BF07B2B2248}"/>
          </ac:spMkLst>
        </pc:spChg>
        <pc:grpChg chg="del">
          <ac:chgData name="원종빈[ 학부재학 / 언어학과 ]" userId="e07aea9e-92ed-4da9-a75e-875ab8ec805f" providerId="ADAL" clId="{1865A528-3365-45D8-816C-B1CED698EAE2}" dt="2023-09-20T13:38:28.952" v="1287" actId="478"/>
          <ac:grpSpMkLst>
            <pc:docMk/>
            <pc:sldMk cId="2590416326" sldId="268"/>
            <ac:grpSpMk id="9" creationId="{F90299BE-C035-CFA4-6154-DD3039FA1B62}"/>
          </ac:grpSpMkLst>
        </pc:grpChg>
        <pc:grpChg chg="del">
          <ac:chgData name="원종빈[ 학부재학 / 언어학과 ]" userId="e07aea9e-92ed-4da9-a75e-875ab8ec805f" providerId="ADAL" clId="{1865A528-3365-45D8-816C-B1CED698EAE2}" dt="2023-09-20T13:57:45.913" v="1407" actId="21"/>
          <ac:grpSpMkLst>
            <pc:docMk/>
            <pc:sldMk cId="2590416326" sldId="268"/>
            <ac:grpSpMk id="15" creationId="{2A244237-09D7-43F4-91E7-25E334E71EDF}"/>
          </ac:grpSpMkLst>
        </pc:grpChg>
        <pc:picChg chg="add mod">
          <ac:chgData name="원종빈[ 학부재학 / 언어학과 ]" userId="e07aea9e-92ed-4da9-a75e-875ab8ec805f" providerId="ADAL" clId="{1865A528-3365-45D8-816C-B1CED698EAE2}" dt="2023-09-20T14:32:06.547" v="2637" actId="1076"/>
          <ac:picMkLst>
            <pc:docMk/>
            <pc:sldMk cId="2590416326" sldId="268"/>
            <ac:picMk id="8" creationId="{1C2B53E9-8F95-B8E0-B466-87B8A1FD70F9}"/>
          </ac:picMkLst>
        </pc:picChg>
        <pc:picChg chg="mod topLvl">
          <ac:chgData name="원종빈[ 학부재학 / 언어학과 ]" userId="e07aea9e-92ed-4da9-a75e-875ab8ec805f" providerId="ADAL" clId="{1865A528-3365-45D8-816C-B1CED698EAE2}" dt="2023-09-20T14:32:12.860" v="2640" actId="1076"/>
          <ac:picMkLst>
            <pc:docMk/>
            <pc:sldMk cId="2590416326" sldId="268"/>
            <ac:picMk id="14" creationId="{60835F04-E374-7DF2-9C16-DDF541BEB324}"/>
          </ac:picMkLst>
        </pc:picChg>
        <pc:picChg chg="del">
          <ac:chgData name="원종빈[ 학부재학 / 언어학과 ]" userId="e07aea9e-92ed-4da9-a75e-875ab8ec805f" providerId="ADAL" clId="{1865A528-3365-45D8-816C-B1CED698EAE2}" dt="2023-09-20T13:38:29.876" v="1288" actId="478"/>
          <ac:picMkLst>
            <pc:docMk/>
            <pc:sldMk cId="2590416326" sldId="268"/>
            <ac:picMk id="18" creationId="{9CFD8172-2C3A-B725-85E0-B88A65AE4376}"/>
          </ac:picMkLst>
        </pc:picChg>
      </pc:sldChg>
      <pc:sldChg chg="addSp delSp modSp add mod modNotesTx">
        <pc:chgData name="원종빈[ 학부재학 / 언어학과 ]" userId="e07aea9e-92ed-4da9-a75e-875ab8ec805f" providerId="ADAL" clId="{1865A528-3365-45D8-816C-B1CED698EAE2}" dt="2023-09-20T15:00:14.512" v="3854"/>
        <pc:sldMkLst>
          <pc:docMk/>
          <pc:sldMk cId="1531300608" sldId="269"/>
        </pc:sldMkLst>
        <pc:spChg chg="mod">
          <ac:chgData name="원종빈[ 학부재학 / 언어학과 ]" userId="e07aea9e-92ed-4da9-a75e-875ab8ec805f" providerId="ADAL" clId="{1865A528-3365-45D8-816C-B1CED698EAE2}" dt="2023-09-20T15:00:14.512" v="3854"/>
          <ac:spMkLst>
            <pc:docMk/>
            <pc:sldMk cId="1531300608" sldId="269"/>
            <ac:spMk id="2" creationId="{B4DDEB9B-105D-A039-3AED-237C9E0FFF37}"/>
          </ac:spMkLst>
        </pc:spChg>
        <pc:spChg chg="mod">
          <ac:chgData name="원종빈[ 학부재학 / 언어학과 ]" userId="e07aea9e-92ed-4da9-a75e-875ab8ec805f" providerId="ADAL" clId="{1865A528-3365-45D8-816C-B1CED698EAE2}" dt="2023-09-20T14:15:50.135" v="1749" actId="115"/>
          <ac:spMkLst>
            <pc:docMk/>
            <pc:sldMk cId="1531300608" sldId="269"/>
            <ac:spMk id="3" creationId="{86DC4DFF-CBA4-79F4-C41A-20D0019D6F28}"/>
          </ac:spMkLst>
        </pc:spChg>
        <pc:spChg chg="mod">
          <ac:chgData name="원종빈[ 학부재학 / 언어학과 ]" userId="e07aea9e-92ed-4da9-a75e-875ab8ec805f" providerId="ADAL" clId="{1865A528-3365-45D8-816C-B1CED698EAE2}" dt="2023-09-20T14:15:56.994" v="1750" actId="1076"/>
          <ac:spMkLst>
            <pc:docMk/>
            <pc:sldMk cId="1531300608" sldId="269"/>
            <ac:spMk id="7" creationId="{0F5A3B3A-28EE-ABFA-B4D9-BBCC00A98FB3}"/>
          </ac:spMkLst>
        </pc:spChg>
        <pc:picChg chg="del mod">
          <ac:chgData name="원종빈[ 학부재학 / 언어학과 ]" userId="e07aea9e-92ed-4da9-a75e-875ab8ec805f" providerId="ADAL" clId="{1865A528-3365-45D8-816C-B1CED698EAE2}" dt="2023-09-20T14:05:26.933" v="1547" actId="478"/>
          <ac:picMkLst>
            <pc:docMk/>
            <pc:sldMk cId="1531300608" sldId="269"/>
            <ac:picMk id="5" creationId="{C167456B-1373-7E7C-CFBA-A19C7B866B76}"/>
          </ac:picMkLst>
        </pc:picChg>
        <pc:picChg chg="del mod">
          <ac:chgData name="원종빈[ 학부재학 / 언어학과 ]" userId="e07aea9e-92ed-4da9-a75e-875ab8ec805f" providerId="ADAL" clId="{1865A528-3365-45D8-816C-B1CED698EAE2}" dt="2023-09-20T14:05:14.386" v="1544" actId="478"/>
          <ac:picMkLst>
            <pc:docMk/>
            <pc:sldMk cId="1531300608" sldId="269"/>
            <ac:picMk id="6" creationId="{71F9945E-822A-86AD-A41B-54D11EE51796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4:05:50.827" v="1553" actId="1076"/>
          <ac:picMkLst>
            <pc:docMk/>
            <pc:sldMk cId="1531300608" sldId="269"/>
            <ac:picMk id="8" creationId="{6A62EC3B-4F11-18E4-4210-8F3CF6C47256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4:05:48.189" v="1552" actId="1076"/>
          <ac:picMkLst>
            <pc:docMk/>
            <pc:sldMk cId="1531300608" sldId="269"/>
            <ac:picMk id="9" creationId="{26F6D1C2-6553-4F4A-C1E2-81BFCD887003}"/>
          </ac:picMkLst>
        </pc:picChg>
      </pc:sldChg>
      <pc:sldChg chg="addSp delSp modSp add del mod ord">
        <pc:chgData name="원종빈[ 학부재학 / 언어학과 ]" userId="e07aea9e-92ed-4da9-a75e-875ab8ec805f" providerId="ADAL" clId="{1865A528-3365-45D8-816C-B1CED698EAE2}" dt="2023-09-20T15:00:11.502" v="3853" actId="2696"/>
        <pc:sldMkLst>
          <pc:docMk/>
          <pc:sldMk cId="91298607" sldId="270"/>
        </pc:sldMkLst>
        <pc:spChg chg="mod">
          <ac:chgData name="원종빈[ 학부재학 / 언어학과 ]" userId="e07aea9e-92ed-4da9-a75e-875ab8ec805f" providerId="ADAL" clId="{1865A528-3365-45D8-816C-B1CED698EAE2}" dt="2023-09-20T14:09:09.747" v="1558"/>
          <ac:spMkLst>
            <pc:docMk/>
            <pc:sldMk cId="91298607" sldId="270"/>
            <ac:spMk id="2" creationId="{B4DDEB9B-105D-A039-3AED-237C9E0FFF37}"/>
          </ac:spMkLst>
        </pc:spChg>
        <pc:spChg chg="add mod">
          <ac:chgData name="원종빈[ 학부재학 / 언어학과 ]" userId="e07aea9e-92ed-4da9-a75e-875ab8ec805f" providerId="ADAL" clId="{1865A528-3365-45D8-816C-B1CED698EAE2}" dt="2023-09-20T14:57:57.251" v="3792" actId="1036"/>
          <ac:spMkLst>
            <pc:docMk/>
            <pc:sldMk cId="91298607" sldId="270"/>
            <ac:spMk id="11" creationId="{D94BD4DF-5C54-62D9-5CCF-6929EA496440}"/>
          </ac:spMkLst>
        </pc:spChg>
        <pc:spChg chg="add del mod">
          <ac:chgData name="원종빈[ 학부재학 / 언어학과 ]" userId="e07aea9e-92ed-4da9-a75e-875ab8ec805f" providerId="ADAL" clId="{1865A528-3365-45D8-816C-B1CED698EAE2}" dt="2023-09-20T14:58:41.034" v="3806" actId="21"/>
          <ac:spMkLst>
            <pc:docMk/>
            <pc:sldMk cId="91298607" sldId="270"/>
            <ac:spMk id="14" creationId="{58B73337-178A-AF10-FEEE-046DA7197B66}"/>
          </ac:spMkLst>
        </pc:spChg>
        <pc:spChg chg="mod">
          <ac:chgData name="원종빈[ 학부재학 / 언어학과 ]" userId="e07aea9e-92ed-4da9-a75e-875ab8ec805f" providerId="ADAL" clId="{1865A528-3365-45D8-816C-B1CED698EAE2}" dt="2023-09-20T14:57:57.251" v="3792" actId="1036"/>
          <ac:spMkLst>
            <pc:docMk/>
            <pc:sldMk cId="91298607" sldId="270"/>
            <ac:spMk id="20" creationId="{330A22F9-AD68-FCC6-C7AB-B5ECB6EB2CF1}"/>
          </ac:spMkLst>
        </pc:spChg>
        <pc:spChg chg="mod">
          <ac:chgData name="원종빈[ 학부재학 / 언어학과 ]" userId="e07aea9e-92ed-4da9-a75e-875ab8ec805f" providerId="ADAL" clId="{1865A528-3365-45D8-816C-B1CED698EAE2}" dt="2023-09-20T14:57:57.251" v="3792" actId="1036"/>
          <ac:spMkLst>
            <pc:docMk/>
            <pc:sldMk cId="91298607" sldId="270"/>
            <ac:spMk id="21" creationId="{BD58FDE0-597D-23A7-B025-B5C2DC52F293}"/>
          </ac:spMkLst>
        </pc:spChg>
        <pc:spChg chg="del">
          <ac:chgData name="원종빈[ 학부재학 / 언어학과 ]" userId="e07aea9e-92ed-4da9-a75e-875ab8ec805f" providerId="ADAL" clId="{1865A528-3365-45D8-816C-B1CED698EAE2}" dt="2023-09-20T13:50:47.485" v="1303" actId="478"/>
          <ac:spMkLst>
            <pc:docMk/>
            <pc:sldMk cId="91298607" sldId="270"/>
            <ac:spMk id="22" creationId="{55188B71-554F-2329-06B9-59D9D23EC988}"/>
          </ac:spMkLst>
        </pc:spChg>
        <pc:spChg chg="del mod">
          <ac:chgData name="원종빈[ 학부재학 / 언어학과 ]" userId="e07aea9e-92ed-4da9-a75e-875ab8ec805f" providerId="ADAL" clId="{1865A528-3365-45D8-816C-B1CED698EAE2}" dt="2023-09-20T13:39:20.975" v="1292" actId="478"/>
          <ac:spMkLst>
            <pc:docMk/>
            <pc:sldMk cId="91298607" sldId="270"/>
            <ac:spMk id="23" creationId="{384988F6-063E-6541-0F70-6A4C2942928A}"/>
          </ac:spMkLst>
        </pc:spChg>
        <pc:spChg chg="del">
          <ac:chgData name="원종빈[ 학부재학 / 언어학과 ]" userId="e07aea9e-92ed-4da9-a75e-875ab8ec805f" providerId="ADAL" clId="{1865A528-3365-45D8-816C-B1CED698EAE2}" dt="2023-09-20T13:39:23.002" v="1295" actId="478"/>
          <ac:spMkLst>
            <pc:docMk/>
            <pc:sldMk cId="91298607" sldId="270"/>
            <ac:spMk id="25" creationId="{DD97A72B-29C4-E966-9294-49B3305E00DA}"/>
          </ac:spMkLst>
        </pc:spChg>
        <pc:picChg chg="add del mod">
          <ac:chgData name="원종빈[ 학부재학 / 언어학과 ]" userId="e07aea9e-92ed-4da9-a75e-875ab8ec805f" providerId="ADAL" clId="{1865A528-3365-45D8-816C-B1CED698EAE2}" dt="2023-09-20T14:54:51.001" v="3591" actId="478"/>
          <ac:picMkLst>
            <pc:docMk/>
            <pc:sldMk cId="91298607" sldId="270"/>
            <ac:picMk id="5" creationId="{E2720309-6A88-D032-ABA0-BE4567594433}"/>
          </ac:picMkLst>
        </pc:picChg>
        <pc:picChg chg="add del mod">
          <ac:chgData name="원종빈[ 학부재학 / 언어학과 ]" userId="e07aea9e-92ed-4da9-a75e-875ab8ec805f" providerId="ADAL" clId="{1865A528-3365-45D8-816C-B1CED698EAE2}" dt="2023-09-20T14:55:25.099" v="3598" actId="478"/>
          <ac:picMkLst>
            <pc:docMk/>
            <pc:sldMk cId="91298607" sldId="270"/>
            <ac:picMk id="7" creationId="{98CCA1ED-6084-0DD8-3E37-E049967DC241}"/>
          </ac:picMkLst>
        </pc:picChg>
        <pc:picChg chg="add del mod">
          <ac:chgData name="원종빈[ 학부재학 / 언어학과 ]" userId="e07aea9e-92ed-4da9-a75e-875ab8ec805f" providerId="ADAL" clId="{1865A528-3365-45D8-816C-B1CED698EAE2}" dt="2023-09-20T14:58:41.034" v="3806" actId="21"/>
          <ac:picMkLst>
            <pc:docMk/>
            <pc:sldMk cId="91298607" sldId="270"/>
            <ac:picMk id="9" creationId="{975B8F73-73EF-8702-116C-B9E7F034E351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4:57:49.290" v="3763" actId="1035"/>
          <ac:picMkLst>
            <pc:docMk/>
            <pc:sldMk cId="91298607" sldId="270"/>
            <ac:picMk id="10" creationId="{E9C52AD7-6EAB-BA21-B18B-4229C5F6584E}"/>
          </ac:picMkLst>
        </pc:picChg>
        <pc:picChg chg="del">
          <ac:chgData name="원종빈[ 학부재학 / 언어학과 ]" userId="e07aea9e-92ed-4da9-a75e-875ab8ec805f" providerId="ADAL" clId="{1865A528-3365-45D8-816C-B1CED698EAE2}" dt="2023-09-20T13:39:17.760" v="1289" actId="478"/>
          <ac:picMkLst>
            <pc:docMk/>
            <pc:sldMk cId="91298607" sldId="270"/>
            <ac:picMk id="13" creationId="{1408F264-9572-9CD7-C904-43A1449DF249}"/>
          </ac:picMkLst>
        </pc:picChg>
        <pc:picChg chg="del">
          <ac:chgData name="원종빈[ 학부재학 / 언어학과 ]" userId="e07aea9e-92ed-4da9-a75e-875ab8ec805f" providerId="ADAL" clId="{1865A528-3365-45D8-816C-B1CED698EAE2}" dt="2023-09-20T13:39:18.208" v="1290" actId="478"/>
          <ac:picMkLst>
            <pc:docMk/>
            <pc:sldMk cId="91298607" sldId="270"/>
            <ac:picMk id="15" creationId="{CEC137F1-3F9F-763B-6BC0-E98B55DB91FE}"/>
          </ac:picMkLst>
        </pc:picChg>
        <pc:picChg chg="del">
          <ac:chgData name="원종빈[ 학부재학 / 언어학과 ]" userId="e07aea9e-92ed-4da9-a75e-875ab8ec805f" providerId="ADAL" clId="{1865A528-3365-45D8-816C-B1CED698EAE2}" dt="2023-09-20T13:39:21.945" v="1294" actId="478"/>
          <ac:picMkLst>
            <pc:docMk/>
            <pc:sldMk cId="91298607" sldId="270"/>
            <ac:picMk id="19" creationId="{2CFFA93D-60E1-2836-61E6-7C61A174941A}"/>
          </ac:picMkLst>
        </pc:picChg>
        <pc:picChg chg="mod">
          <ac:chgData name="원종빈[ 학부재학 / 언어학과 ]" userId="e07aea9e-92ed-4da9-a75e-875ab8ec805f" providerId="ADAL" clId="{1865A528-3365-45D8-816C-B1CED698EAE2}" dt="2023-09-20T14:57:49.290" v="3763" actId="1035"/>
          <ac:picMkLst>
            <pc:docMk/>
            <pc:sldMk cId="91298607" sldId="270"/>
            <ac:picMk id="26" creationId="{B6017CC7-492F-3AE6-48AD-66A2B4663C82}"/>
          </ac:picMkLst>
        </pc:picChg>
        <pc:picChg chg="del">
          <ac:chgData name="원종빈[ 학부재학 / 언어학과 ]" userId="e07aea9e-92ed-4da9-a75e-875ab8ec805f" providerId="ADAL" clId="{1865A528-3365-45D8-816C-B1CED698EAE2}" dt="2023-09-20T13:39:21.553" v="1293" actId="478"/>
          <ac:picMkLst>
            <pc:docMk/>
            <pc:sldMk cId="91298607" sldId="270"/>
            <ac:picMk id="28" creationId="{CF093B39-1B04-67D5-A174-D04B13734A1E}"/>
          </ac:picMkLst>
        </pc:picChg>
      </pc:sldChg>
      <pc:sldChg chg="addSp delSp modSp add del mod">
        <pc:chgData name="원종빈[ 학부재학 / 언어학과 ]" userId="e07aea9e-92ed-4da9-a75e-875ab8ec805f" providerId="ADAL" clId="{1865A528-3365-45D8-816C-B1CED698EAE2}" dt="2023-09-20T15:02:49.275" v="3982" actId="20577"/>
        <pc:sldMkLst>
          <pc:docMk/>
          <pc:sldMk cId="2524471736" sldId="271"/>
        </pc:sldMkLst>
        <pc:spChg chg="del mod">
          <ac:chgData name="원종빈[ 학부재학 / 언어학과 ]" userId="e07aea9e-92ed-4da9-a75e-875ab8ec805f" providerId="ADAL" clId="{1865A528-3365-45D8-816C-B1CED698EAE2}" dt="2023-09-20T14:09:15.186" v="1560" actId="478"/>
          <ac:spMkLst>
            <pc:docMk/>
            <pc:sldMk cId="2524471736" sldId="271"/>
            <ac:spMk id="2" creationId="{B4DDEB9B-105D-A039-3AED-237C9E0FFF37}"/>
          </ac:spMkLst>
        </pc:spChg>
        <pc:spChg chg="add del mod">
          <ac:chgData name="원종빈[ 학부재학 / 언어학과 ]" userId="e07aea9e-92ed-4da9-a75e-875ab8ec805f" providerId="ADAL" clId="{1865A528-3365-45D8-816C-B1CED698EAE2}" dt="2023-09-20T14:09:17.312" v="1561" actId="478"/>
          <ac:spMkLst>
            <pc:docMk/>
            <pc:sldMk cId="2524471736" sldId="271"/>
            <ac:spMk id="5" creationId="{97DB1DE6-B84B-CE9D-6D9F-74A41B56614A}"/>
          </ac:spMkLst>
        </pc:spChg>
        <pc:spChg chg="add mod">
          <ac:chgData name="원종빈[ 학부재학 / 언어학과 ]" userId="e07aea9e-92ed-4da9-a75e-875ab8ec805f" providerId="ADAL" clId="{1865A528-3365-45D8-816C-B1CED698EAE2}" dt="2023-09-20T14:57:09.231" v="3669" actId="20577"/>
          <ac:spMkLst>
            <pc:docMk/>
            <pc:sldMk cId="2524471736" sldId="271"/>
            <ac:spMk id="8" creationId="{517997FD-D99B-85DF-159D-6795B80446B0}"/>
          </ac:spMkLst>
        </pc:spChg>
        <pc:spChg chg="mod">
          <ac:chgData name="원종빈[ 학부재학 / 언어학과 ]" userId="e07aea9e-92ed-4da9-a75e-875ab8ec805f" providerId="ADAL" clId="{1865A528-3365-45D8-816C-B1CED698EAE2}" dt="2023-09-20T15:02:43.375" v="3960" actId="20577"/>
          <ac:spMkLst>
            <pc:docMk/>
            <pc:sldMk cId="2524471736" sldId="271"/>
            <ac:spMk id="11" creationId="{7B834742-12C5-F536-5A5D-2B8E1C8940D0}"/>
          </ac:spMkLst>
        </pc:spChg>
        <pc:spChg chg="mod">
          <ac:chgData name="원종빈[ 학부재학 / 언어학과 ]" userId="e07aea9e-92ed-4da9-a75e-875ab8ec805f" providerId="ADAL" clId="{1865A528-3365-45D8-816C-B1CED698EAE2}" dt="2023-09-20T15:02:49.275" v="3982" actId="20577"/>
          <ac:spMkLst>
            <pc:docMk/>
            <pc:sldMk cId="2524471736" sldId="271"/>
            <ac:spMk id="16" creationId="{C9785A5E-3275-86B8-23DE-7315AFCA26F4}"/>
          </ac:spMkLst>
        </pc:spChg>
        <pc:spChg chg="del mod">
          <ac:chgData name="원종빈[ 학부재학 / 언어학과 ]" userId="e07aea9e-92ed-4da9-a75e-875ab8ec805f" providerId="ADAL" clId="{1865A528-3365-45D8-816C-B1CED698EAE2}" dt="2023-09-20T15:00:30.598" v="3859" actId="478"/>
          <ac:spMkLst>
            <pc:docMk/>
            <pc:sldMk cId="2524471736" sldId="271"/>
            <ac:spMk id="28" creationId="{9E74FF90-9874-BCED-08F6-DE50D762BB82}"/>
          </ac:spMkLst>
        </pc:spChg>
      </pc:sldChg>
      <pc:sldChg chg="modSp add mod">
        <pc:chgData name="원종빈[ 학부재학 / 언어학과 ]" userId="e07aea9e-92ed-4da9-a75e-875ab8ec805f" providerId="ADAL" clId="{1865A528-3365-45D8-816C-B1CED698EAE2}" dt="2023-09-20T23:27:08.583" v="7550" actId="20577"/>
        <pc:sldMkLst>
          <pc:docMk/>
          <pc:sldMk cId="224334706" sldId="272"/>
        </pc:sldMkLst>
        <pc:spChg chg="mod">
          <ac:chgData name="원종빈[ 학부재학 / 언어학과 ]" userId="e07aea9e-92ed-4da9-a75e-875ab8ec805f" providerId="ADAL" clId="{1865A528-3365-45D8-816C-B1CED698EAE2}" dt="2023-09-20T23:27:08.583" v="7550" actId="20577"/>
          <ac:spMkLst>
            <pc:docMk/>
            <pc:sldMk cId="224334706" sldId="272"/>
            <ac:spMk id="2" creationId="{0A1C92FF-49E8-5BC8-93FA-3F16628B28A8}"/>
          </ac:spMkLst>
        </pc:spChg>
        <pc:spChg chg="mod">
          <ac:chgData name="원종빈[ 학부재학 / 언어학과 ]" userId="e07aea9e-92ed-4da9-a75e-875ab8ec805f" providerId="ADAL" clId="{1865A528-3365-45D8-816C-B1CED698EAE2}" dt="2023-09-20T23:23:40.793" v="7525" actId="20577"/>
          <ac:spMkLst>
            <pc:docMk/>
            <pc:sldMk cId="224334706" sldId="272"/>
            <ac:spMk id="3" creationId="{0078EE2E-37A7-84C1-7EFE-0D6069298A45}"/>
          </ac:spMkLst>
        </pc:spChg>
      </pc:sldChg>
      <pc:sldChg chg="add del">
        <pc:chgData name="원종빈[ 학부재학 / 언어학과 ]" userId="e07aea9e-92ed-4da9-a75e-875ab8ec805f" providerId="ADAL" clId="{1865A528-3365-45D8-816C-B1CED698EAE2}" dt="2023-09-20T13:34:26.205" v="1239"/>
        <pc:sldMkLst>
          <pc:docMk/>
          <pc:sldMk cId="3790156578" sldId="272"/>
        </pc:sldMkLst>
      </pc:sldChg>
      <pc:sldChg chg="modSp new mod">
        <pc:chgData name="원종빈[ 학부재학 / 언어학과 ]" userId="e07aea9e-92ed-4da9-a75e-875ab8ec805f" providerId="ADAL" clId="{1865A528-3365-45D8-816C-B1CED698EAE2}" dt="2023-09-20T22:53:48.603" v="6750" actId="20577"/>
        <pc:sldMkLst>
          <pc:docMk/>
          <pc:sldMk cId="1621514809" sldId="273"/>
        </pc:sldMkLst>
        <pc:spChg chg="mod">
          <ac:chgData name="원종빈[ 학부재학 / 언어학과 ]" userId="e07aea9e-92ed-4da9-a75e-875ab8ec805f" providerId="ADAL" clId="{1865A528-3365-45D8-816C-B1CED698EAE2}" dt="2023-09-20T14:14:51.962" v="1628" actId="115"/>
          <ac:spMkLst>
            <pc:docMk/>
            <pc:sldMk cId="1621514809" sldId="273"/>
            <ac:spMk id="2" creationId="{BFEE323E-6434-33FC-1CD8-8F7DC7C73A94}"/>
          </ac:spMkLst>
        </pc:spChg>
        <pc:spChg chg="mod">
          <ac:chgData name="원종빈[ 학부재학 / 언어학과 ]" userId="e07aea9e-92ed-4da9-a75e-875ab8ec805f" providerId="ADAL" clId="{1865A528-3365-45D8-816C-B1CED698EAE2}" dt="2023-09-20T22:53:48.603" v="6750" actId="20577"/>
          <ac:spMkLst>
            <pc:docMk/>
            <pc:sldMk cId="1621514809" sldId="273"/>
            <ac:spMk id="3" creationId="{46A4E26F-7E74-A0FE-CD5A-4C666B149B38}"/>
          </ac:spMkLst>
        </pc:spChg>
      </pc:sldChg>
      <pc:sldChg chg="addSp delSp modSp new mod">
        <pc:chgData name="원종빈[ 학부재학 / 언어학과 ]" userId="e07aea9e-92ed-4da9-a75e-875ab8ec805f" providerId="ADAL" clId="{1865A528-3365-45D8-816C-B1CED698EAE2}" dt="2023-09-20T15:25:14.561" v="4423" actId="1076"/>
        <pc:sldMkLst>
          <pc:docMk/>
          <pc:sldMk cId="1055973833" sldId="274"/>
        </pc:sldMkLst>
        <pc:spChg chg="mod">
          <ac:chgData name="원종빈[ 학부재학 / 언어학과 ]" userId="e07aea9e-92ed-4da9-a75e-875ab8ec805f" providerId="ADAL" clId="{1865A528-3365-45D8-816C-B1CED698EAE2}" dt="2023-09-20T14:23:40.884" v="2626"/>
          <ac:spMkLst>
            <pc:docMk/>
            <pc:sldMk cId="1055973833" sldId="274"/>
            <ac:spMk id="2" creationId="{D64F3234-1963-A771-B2AC-E846C82F4108}"/>
          </ac:spMkLst>
        </pc:spChg>
        <pc:spChg chg="del">
          <ac:chgData name="원종빈[ 학부재학 / 언어학과 ]" userId="e07aea9e-92ed-4da9-a75e-875ab8ec805f" providerId="ADAL" clId="{1865A528-3365-45D8-816C-B1CED698EAE2}" dt="2023-09-20T15:11:06.614" v="4061" actId="22"/>
          <ac:spMkLst>
            <pc:docMk/>
            <pc:sldMk cId="1055973833" sldId="274"/>
            <ac:spMk id="3" creationId="{BC9F9F29-678F-C60A-A6B9-2150A5FD83A2}"/>
          </ac:spMkLst>
        </pc:spChg>
        <pc:spChg chg="add del mod">
          <ac:chgData name="원종빈[ 학부재학 / 언어학과 ]" userId="e07aea9e-92ed-4da9-a75e-875ab8ec805f" providerId="ADAL" clId="{1865A528-3365-45D8-816C-B1CED698EAE2}" dt="2023-09-20T15:17:37.275" v="4066" actId="22"/>
          <ac:spMkLst>
            <pc:docMk/>
            <pc:sldMk cId="1055973833" sldId="274"/>
            <ac:spMk id="8" creationId="{6F26FB31-FDE5-1B44-7D53-87A6A0B8AD03}"/>
          </ac:spMkLst>
        </pc:spChg>
        <pc:spChg chg="add del mod">
          <ac:chgData name="원종빈[ 학부재학 / 언어학과 ]" userId="e07aea9e-92ed-4da9-a75e-875ab8ec805f" providerId="ADAL" clId="{1865A528-3365-45D8-816C-B1CED698EAE2}" dt="2023-09-20T15:18:13.160" v="4071" actId="478"/>
          <ac:spMkLst>
            <pc:docMk/>
            <pc:sldMk cId="1055973833" sldId="274"/>
            <ac:spMk id="14" creationId="{CF0DC436-CBEA-984C-DD6F-16D08CCE245D}"/>
          </ac:spMkLst>
        </pc:spChg>
        <pc:spChg chg="add mod">
          <ac:chgData name="원종빈[ 학부재학 / 언어학과 ]" userId="e07aea9e-92ed-4da9-a75e-875ab8ec805f" providerId="ADAL" clId="{1865A528-3365-45D8-816C-B1CED698EAE2}" dt="2023-09-20T15:25:14.561" v="4423" actId="1076"/>
          <ac:spMkLst>
            <pc:docMk/>
            <pc:sldMk cId="1055973833" sldId="274"/>
            <ac:spMk id="17" creationId="{FEBE809D-C01F-0793-E5DF-4A0D7E4F941A}"/>
          </ac:spMkLst>
        </pc:spChg>
        <pc:picChg chg="add del mod ord">
          <ac:chgData name="원종빈[ 학부재학 / 언어학과 ]" userId="e07aea9e-92ed-4da9-a75e-875ab8ec805f" providerId="ADAL" clId="{1865A528-3365-45D8-816C-B1CED698EAE2}" dt="2023-09-20T15:12:32.755" v="4063" actId="478"/>
          <ac:picMkLst>
            <pc:docMk/>
            <pc:sldMk cId="1055973833" sldId="274"/>
            <ac:picMk id="6" creationId="{A0AE8779-7964-E555-7CD2-9C14414144A0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5:23:06.767" v="4073" actId="1076"/>
          <ac:picMkLst>
            <pc:docMk/>
            <pc:sldMk cId="1055973833" sldId="274"/>
            <ac:picMk id="10" creationId="{2B5C64DF-5B53-E060-9697-8629812623DD}"/>
          </ac:picMkLst>
        </pc:picChg>
        <pc:picChg chg="add del mod ord">
          <ac:chgData name="원종빈[ 학부재학 / 언어학과 ]" userId="e07aea9e-92ed-4da9-a75e-875ab8ec805f" providerId="ADAL" clId="{1865A528-3365-45D8-816C-B1CED698EAE2}" dt="2023-09-20T15:17:58.750" v="4068" actId="478"/>
          <ac:picMkLst>
            <pc:docMk/>
            <pc:sldMk cId="1055973833" sldId="274"/>
            <ac:picMk id="12" creationId="{166B6783-1A8A-B1C8-3128-79F020140CD6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5:23:11.098" v="4074" actId="1076"/>
          <ac:picMkLst>
            <pc:docMk/>
            <pc:sldMk cId="1055973833" sldId="274"/>
            <ac:picMk id="16" creationId="{5D4AF25C-D307-4DF2-783E-96E01675ED42}"/>
          </ac:picMkLst>
        </pc:picChg>
      </pc:sldChg>
      <pc:sldChg chg="modSp new mod">
        <pc:chgData name="원종빈[ 학부재학 / 언어학과 ]" userId="e07aea9e-92ed-4da9-a75e-875ab8ec805f" providerId="ADAL" clId="{1865A528-3365-45D8-816C-B1CED698EAE2}" dt="2023-09-20T16:03:13.325" v="4709" actId="27636"/>
        <pc:sldMkLst>
          <pc:docMk/>
          <pc:sldMk cId="3286144480" sldId="275"/>
        </pc:sldMkLst>
        <pc:spChg chg="mod">
          <ac:chgData name="원종빈[ 학부재학 / 언어학과 ]" userId="e07aea9e-92ed-4da9-a75e-875ab8ec805f" providerId="ADAL" clId="{1865A528-3365-45D8-816C-B1CED698EAE2}" dt="2023-09-20T14:38:38.092" v="2756" actId="20577"/>
          <ac:spMkLst>
            <pc:docMk/>
            <pc:sldMk cId="3286144480" sldId="275"/>
            <ac:spMk id="2" creationId="{67225BDF-318A-9A0B-597A-13659EE4319E}"/>
          </ac:spMkLst>
        </pc:spChg>
        <pc:spChg chg="mod">
          <ac:chgData name="원종빈[ 학부재학 / 언어학과 ]" userId="e07aea9e-92ed-4da9-a75e-875ab8ec805f" providerId="ADAL" clId="{1865A528-3365-45D8-816C-B1CED698EAE2}" dt="2023-09-20T16:03:13.325" v="4709" actId="27636"/>
          <ac:spMkLst>
            <pc:docMk/>
            <pc:sldMk cId="3286144480" sldId="275"/>
            <ac:spMk id="3" creationId="{AFF989B4-58D0-45BB-B759-02A66036F3BF}"/>
          </ac:spMkLst>
        </pc:spChg>
      </pc:sldChg>
      <pc:sldChg chg="modSp new mod">
        <pc:chgData name="원종빈[ 학부재학 / 언어학과 ]" userId="e07aea9e-92ed-4da9-a75e-875ab8ec805f" providerId="ADAL" clId="{1865A528-3365-45D8-816C-B1CED698EAE2}" dt="2023-09-20T14:39:41.722" v="2967" actId="20577"/>
        <pc:sldMkLst>
          <pc:docMk/>
          <pc:sldMk cId="1959660518" sldId="276"/>
        </pc:sldMkLst>
        <pc:spChg chg="mod">
          <ac:chgData name="원종빈[ 학부재학 / 언어학과 ]" userId="e07aea9e-92ed-4da9-a75e-875ab8ec805f" providerId="ADAL" clId="{1865A528-3365-45D8-816C-B1CED698EAE2}" dt="2023-09-20T14:39:41.722" v="2967" actId="20577"/>
          <ac:spMkLst>
            <pc:docMk/>
            <pc:sldMk cId="1959660518" sldId="276"/>
            <ac:spMk id="2" creationId="{ECA82C52-24E2-1148-3A0B-3559EA4FBC5A}"/>
          </ac:spMkLst>
        </pc:spChg>
      </pc:sldChg>
      <pc:sldChg chg="addSp modSp new mod">
        <pc:chgData name="원종빈[ 학부재학 / 언어학과 ]" userId="e07aea9e-92ed-4da9-a75e-875ab8ec805f" providerId="ADAL" clId="{1865A528-3365-45D8-816C-B1CED698EAE2}" dt="2023-09-20T17:20:32.418" v="4881" actId="115"/>
        <pc:sldMkLst>
          <pc:docMk/>
          <pc:sldMk cId="4215141672" sldId="277"/>
        </pc:sldMkLst>
        <pc:spChg chg="mod">
          <ac:chgData name="원종빈[ 학부재학 / 언어학과 ]" userId="e07aea9e-92ed-4da9-a75e-875ab8ec805f" providerId="ADAL" clId="{1865A528-3365-45D8-816C-B1CED698EAE2}" dt="2023-09-20T17:20:32.418" v="4881" actId="115"/>
          <ac:spMkLst>
            <pc:docMk/>
            <pc:sldMk cId="4215141672" sldId="277"/>
            <ac:spMk id="2" creationId="{989E8655-EBDF-4D5B-D65C-6171A5FB0D62}"/>
          </ac:spMkLst>
        </pc:spChg>
        <pc:spChg chg="mod">
          <ac:chgData name="원종빈[ 학부재학 / 언어학과 ]" userId="e07aea9e-92ed-4da9-a75e-875ab8ec805f" providerId="ADAL" clId="{1865A528-3365-45D8-816C-B1CED698EAE2}" dt="2023-09-20T14:52:36.179" v="3578" actId="5793"/>
          <ac:spMkLst>
            <pc:docMk/>
            <pc:sldMk cId="4215141672" sldId="277"/>
            <ac:spMk id="3" creationId="{C82A1339-3307-5D36-D16A-A63C3A558201}"/>
          </ac:spMkLst>
        </pc:spChg>
        <pc:spChg chg="add mod">
          <ac:chgData name="원종빈[ 학부재학 / 언어학과 ]" userId="e07aea9e-92ed-4da9-a75e-875ab8ec805f" providerId="ADAL" clId="{1865A528-3365-45D8-816C-B1CED698EAE2}" dt="2023-09-20T14:52:18.961" v="3558" actId="1076"/>
          <ac:spMkLst>
            <pc:docMk/>
            <pc:sldMk cId="4215141672" sldId="277"/>
            <ac:spMk id="5" creationId="{D9D41201-8627-4D56-3EC4-A29A79C7467A}"/>
          </ac:spMkLst>
        </pc:spChg>
      </pc:sldChg>
      <pc:sldChg chg="addSp delSp modSp new mod">
        <pc:chgData name="원종빈[ 학부재학 / 언어학과 ]" userId="e07aea9e-92ed-4da9-a75e-875ab8ec805f" providerId="ADAL" clId="{1865A528-3365-45D8-816C-B1CED698EAE2}" dt="2023-09-20T17:21:03.367" v="4886" actId="1076"/>
        <pc:sldMkLst>
          <pc:docMk/>
          <pc:sldMk cId="2154498550" sldId="278"/>
        </pc:sldMkLst>
        <pc:spChg chg="mod">
          <ac:chgData name="원종빈[ 학부재학 / 언어학과 ]" userId="e07aea9e-92ed-4da9-a75e-875ab8ec805f" providerId="ADAL" clId="{1865A528-3365-45D8-816C-B1CED698EAE2}" dt="2023-09-20T17:20:35.665" v="4882"/>
          <ac:spMkLst>
            <pc:docMk/>
            <pc:sldMk cId="2154498550" sldId="278"/>
            <ac:spMk id="2" creationId="{4DB12780-0E88-F1D1-529A-7277942A659D}"/>
          </ac:spMkLst>
        </pc:spChg>
        <pc:spChg chg="del mod">
          <ac:chgData name="원종빈[ 학부재학 / 언어학과 ]" userId="e07aea9e-92ed-4da9-a75e-875ab8ec805f" providerId="ADAL" clId="{1865A528-3365-45D8-816C-B1CED698EAE2}" dt="2023-09-20T14:53:04.231" v="3580"/>
          <ac:spMkLst>
            <pc:docMk/>
            <pc:sldMk cId="2154498550" sldId="278"/>
            <ac:spMk id="3" creationId="{3A42AF66-6D9A-2D7F-0734-634C1730BF9A}"/>
          </ac:spMkLst>
        </pc:spChg>
        <pc:picChg chg="add mod">
          <ac:chgData name="원종빈[ 학부재학 / 언어학과 ]" userId="e07aea9e-92ed-4da9-a75e-875ab8ec805f" providerId="ADAL" clId="{1865A528-3365-45D8-816C-B1CED698EAE2}" dt="2023-09-20T17:20:55.811" v="4885" actId="1076"/>
          <ac:picMkLst>
            <pc:docMk/>
            <pc:sldMk cId="2154498550" sldId="278"/>
            <ac:picMk id="6" creationId="{869F037C-59ED-9BA4-D6ED-BE2CEF8391C9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7:21:03.367" v="4886" actId="1076"/>
          <ac:picMkLst>
            <pc:docMk/>
            <pc:sldMk cId="2154498550" sldId="278"/>
            <ac:picMk id="8" creationId="{0D8D8C6A-BFF0-52B8-7198-78EE97E0A11C}"/>
          </ac:picMkLst>
        </pc:picChg>
      </pc:sldChg>
      <pc:sldChg chg="addSp delSp modSp new mod">
        <pc:chgData name="원종빈[ 학부재학 / 언어학과 ]" userId="e07aea9e-92ed-4da9-a75e-875ab8ec805f" providerId="ADAL" clId="{1865A528-3365-45D8-816C-B1CED698EAE2}" dt="2023-09-20T17:20:44.734" v="4884"/>
        <pc:sldMkLst>
          <pc:docMk/>
          <pc:sldMk cId="1318784581" sldId="279"/>
        </pc:sldMkLst>
        <pc:spChg chg="mod">
          <ac:chgData name="원종빈[ 학부재학 / 언어학과 ]" userId="e07aea9e-92ed-4da9-a75e-875ab8ec805f" providerId="ADAL" clId="{1865A528-3365-45D8-816C-B1CED698EAE2}" dt="2023-09-20T17:20:44.734" v="4884"/>
          <ac:spMkLst>
            <pc:docMk/>
            <pc:sldMk cId="1318784581" sldId="279"/>
            <ac:spMk id="2" creationId="{4BF0FB5D-2108-1BCC-4A45-34B6B658BFF8}"/>
          </ac:spMkLst>
        </pc:spChg>
        <pc:spChg chg="del">
          <ac:chgData name="원종빈[ 학부재학 / 언어학과 ]" userId="e07aea9e-92ed-4da9-a75e-875ab8ec805f" providerId="ADAL" clId="{1865A528-3365-45D8-816C-B1CED698EAE2}" dt="2023-09-20T15:07:10.652" v="4016"/>
          <ac:spMkLst>
            <pc:docMk/>
            <pc:sldMk cId="1318784581" sldId="279"/>
            <ac:spMk id="3" creationId="{EF687C20-00E7-2892-F3AD-D1F3353AFAC9}"/>
          </ac:spMkLst>
        </pc:spChg>
        <pc:spChg chg="add mod">
          <ac:chgData name="원종빈[ 학부재학 / 언어학과 ]" userId="e07aea9e-92ed-4da9-a75e-875ab8ec805f" providerId="ADAL" clId="{1865A528-3365-45D8-816C-B1CED698EAE2}" dt="2023-09-20T15:08:03.020" v="4049" actId="1076"/>
          <ac:spMkLst>
            <pc:docMk/>
            <pc:sldMk cId="1318784581" sldId="279"/>
            <ac:spMk id="9" creationId="{7E3FE84C-73F9-6610-3764-D89AA1415DE2}"/>
          </ac:spMkLst>
        </pc:spChg>
        <pc:spChg chg="add mod">
          <ac:chgData name="원종빈[ 학부재학 / 언어학과 ]" userId="e07aea9e-92ed-4da9-a75e-875ab8ec805f" providerId="ADAL" clId="{1865A528-3365-45D8-816C-B1CED698EAE2}" dt="2023-09-20T15:08:22.719" v="4060" actId="20577"/>
          <ac:spMkLst>
            <pc:docMk/>
            <pc:sldMk cId="1318784581" sldId="279"/>
            <ac:spMk id="10" creationId="{8F95EF4F-8AAA-3F02-21A0-21DA46C91954}"/>
          </ac:spMkLst>
        </pc:spChg>
        <pc:picChg chg="add mod">
          <ac:chgData name="원종빈[ 학부재학 / 언어학과 ]" userId="e07aea9e-92ed-4da9-a75e-875ab8ec805f" providerId="ADAL" clId="{1865A528-3365-45D8-816C-B1CED698EAE2}" dt="2023-09-20T15:07:28.736" v="4022" actId="1076"/>
          <ac:picMkLst>
            <pc:docMk/>
            <pc:sldMk cId="1318784581" sldId="279"/>
            <ac:picMk id="6" creationId="{70F508DB-548E-8D4C-C9DF-0358890CB15B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5:07:22.988" v="4021" actId="1076"/>
          <ac:picMkLst>
            <pc:docMk/>
            <pc:sldMk cId="1318784581" sldId="279"/>
            <ac:picMk id="8" creationId="{005D1679-9411-AC93-F25E-23A4D7616044}"/>
          </ac:picMkLst>
        </pc:picChg>
        <pc:picChg chg="add del mod">
          <ac:chgData name="원종빈[ 학부재학 / 언어학과 ]" userId="e07aea9e-92ed-4da9-a75e-875ab8ec805f" providerId="ADAL" clId="{1865A528-3365-45D8-816C-B1CED698EAE2}" dt="2023-09-20T15:57:49.039" v="4449" actId="478"/>
          <ac:picMkLst>
            <pc:docMk/>
            <pc:sldMk cId="1318784581" sldId="279"/>
            <ac:picMk id="12" creationId="{DCBA01D6-5B82-E782-C00B-F61B83D879E7}"/>
          </ac:picMkLst>
        </pc:picChg>
      </pc:sldChg>
      <pc:sldChg chg="addSp delSp modSp add mod ord setBg delDesignElem">
        <pc:chgData name="원종빈[ 학부재학 / 언어학과 ]" userId="e07aea9e-92ed-4da9-a75e-875ab8ec805f" providerId="ADAL" clId="{1865A528-3365-45D8-816C-B1CED698EAE2}" dt="2023-09-20T17:31:03.475" v="5120" actId="20577"/>
        <pc:sldMkLst>
          <pc:docMk/>
          <pc:sldMk cId="1339814064" sldId="280"/>
        </pc:sldMkLst>
        <pc:spChg chg="mod">
          <ac:chgData name="원종빈[ 학부재학 / 언어학과 ]" userId="e07aea9e-92ed-4da9-a75e-875ab8ec805f" providerId="ADAL" clId="{1865A528-3365-45D8-816C-B1CED698EAE2}" dt="2023-09-20T15:00:24.793" v="3857"/>
          <ac:spMkLst>
            <pc:docMk/>
            <pc:sldMk cId="1339814064" sldId="280"/>
            <ac:spMk id="8" creationId="{517997FD-D99B-85DF-159D-6795B80446B0}"/>
          </ac:spMkLst>
        </pc:spChg>
        <pc:spChg chg="add del mod">
          <ac:chgData name="원종빈[ 학부재학 / 언어학과 ]" userId="e07aea9e-92ed-4da9-a75e-875ab8ec805f" providerId="ADAL" clId="{1865A528-3365-45D8-816C-B1CED698EAE2}" dt="2023-09-20T14:59:18.884" v="3812" actId="478"/>
          <ac:spMkLst>
            <pc:docMk/>
            <pc:sldMk cId="1339814064" sldId="280"/>
            <ac:spMk id="10" creationId="{28B66893-5CCA-FFA1-5583-A07989DF86A6}"/>
          </ac:spMkLst>
        </pc:spChg>
        <pc:spChg chg="mod">
          <ac:chgData name="원종빈[ 학부재학 / 언어학과 ]" userId="e07aea9e-92ed-4da9-a75e-875ab8ec805f" providerId="ADAL" clId="{1865A528-3365-45D8-816C-B1CED698EAE2}" dt="2023-09-20T15:04:28.430" v="4009" actId="1036"/>
          <ac:spMkLst>
            <pc:docMk/>
            <pc:sldMk cId="1339814064" sldId="280"/>
            <ac:spMk id="11" creationId="{7B834742-12C5-F536-5A5D-2B8E1C8940D0}"/>
          </ac:spMkLst>
        </pc:spChg>
        <pc:spChg chg="mod">
          <ac:chgData name="원종빈[ 학부재학 / 언어학과 ]" userId="e07aea9e-92ed-4da9-a75e-875ab8ec805f" providerId="ADAL" clId="{1865A528-3365-45D8-816C-B1CED698EAE2}" dt="2023-09-20T15:04:28.430" v="4009" actId="1036"/>
          <ac:spMkLst>
            <pc:docMk/>
            <pc:sldMk cId="1339814064" sldId="280"/>
            <ac:spMk id="14" creationId="{33E3DF1B-4306-171D-3CD3-379BEB3A255B}"/>
          </ac:spMkLst>
        </pc:spChg>
        <pc:spChg chg="mod">
          <ac:chgData name="원종빈[ 학부재학 / 언어학과 ]" userId="e07aea9e-92ed-4da9-a75e-875ab8ec805f" providerId="ADAL" clId="{1865A528-3365-45D8-816C-B1CED698EAE2}" dt="2023-09-20T15:04:28.430" v="4009" actId="1036"/>
          <ac:spMkLst>
            <pc:docMk/>
            <pc:sldMk cId="1339814064" sldId="280"/>
            <ac:spMk id="16" creationId="{C9785A5E-3275-86B8-23DE-7315AFCA26F4}"/>
          </ac:spMkLst>
        </pc:spChg>
        <pc:spChg chg="del">
          <ac:chgData name="원종빈[ 학부재학 / 언어학과 ]" userId="e07aea9e-92ed-4da9-a75e-875ab8ec805f" providerId="ADAL" clId="{1865A528-3365-45D8-816C-B1CED698EAE2}" dt="2023-09-20T14:58:12.732" v="3794"/>
          <ac:spMkLst>
            <pc:docMk/>
            <pc:sldMk cId="1339814064" sldId="280"/>
            <ac:spMk id="27" creationId="{70155189-D96C-4527-B0EC-654B946BE615}"/>
          </ac:spMkLst>
        </pc:spChg>
        <pc:spChg chg="mod">
          <ac:chgData name="원종빈[ 학부재학 / 언어학과 ]" userId="e07aea9e-92ed-4da9-a75e-875ab8ec805f" providerId="ADAL" clId="{1865A528-3365-45D8-816C-B1CED698EAE2}" dt="2023-09-20T17:31:03.475" v="5120" actId="20577"/>
          <ac:spMkLst>
            <pc:docMk/>
            <pc:sldMk cId="1339814064" sldId="280"/>
            <ac:spMk id="28" creationId="{9E74FF90-9874-BCED-08F6-DE50D762BB82}"/>
          </ac:spMkLst>
        </pc:spChg>
        <pc:picChg chg="add del mod">
          <ac:chgData name="원종빈[ 학부재학 / 언어학과 ]" userId="e07aea9e-92ed-4da9-a75e-875ab8ec805f" providerId="ADAL" clId="{1865A528-3365-45D8-816C-B1CED698EAE2}" dt="2023-09-20T14:58:27.353" v="3800" actId="21"/>
          <ac:picMkLst>
            <pc:docMk/>
            <pc:sldMk cId="1339814064" sldId="280"/>
            <ac:picMk id="2" creationId="{B59F813A-5B4F-3AC0-F9E1-EC2FBDEAD034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5:04:28.430" v="4009" actId="1036"/>
          <ac:picMkLst>
            <pc:docMk/>
            <pc:sldMk cId="1339814064" sldId="280"/>
            <ac:picMk id="3" creationId="{FECC98D6-730E-A830-9491-A6F7FCABF931}"/>
          </ac:picMkLst>
        </pc:picChg>
        <pc:picChg chg="add del mod">
          <ac:chgData name="원종빈[ 학부재학 / 언어학과 ]" userId="e07aea9e-92ed-4da9-a75e-875ab8ec805f" providerId="ADAL" clId="{1865A528-3365-45D8-816C-B1CED698EAE2}" dt="2023-09-20T14:59:05.220" v="3811" actId="21"/>
          <ac:picMkLst>
            <pc:docMk/>
            <pc:sldMk cId="1339814064" sldId="280"/>
            <ac:picMk id="5" creationId="{A2B225BE-7CE4-77ED-1501-B304CF774D3A}"/>
          </ac:picMkLst>
        </pc:picChg>
        <pc:picChg chg="del">
          <ac:chgData name="원종빈[ 학부재학 / 언어학과 ]" userId="e07aea9e-92ed-4da9-a75e-875ab8ec805f" providerId="ADAL" clId="{1865A528-3365-45D8-816C-B1CED698EAE2}" dt="2023-09-20T14:58:28.846" v="3801" actId="478"/>
          <ac:picMkLst>
            <pc:docMk/>
            <pc:sldMk cId="1339814064" sldId="280"/>
            <ac:picMk id="6" creationId="{44FC0161-38C5-28DE-DB90-1D6546D342FB}"/>
          </ac:picMkLst>
        </pc:picChg>
        <pc:picChg chg="del">
          <ac:chgData name="원종빈[ 학부재학 / 언어학과 ]" userId="e07aea9e-92ed-4da9-a75e-875ab8ec805f" providerId="ADAL" clId="{1865A528-3365-45D8-816C-B1CED698EAE2}" dt="2023-09-20T14:59:39.352" v="3819" actId="478"/>
          <ac:picMkLst>
            <pc:docMk/>
            <pc:sldMk cId="1339814064" sldId="280"/>
            <ac:picMk id="7" creationId="{9FAC7023-D2AF-575C-904B-1588EA197847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5:04:28.430" v="4009" actId="1036"/>
          <ac:picMkLst>
            <pc:docMk/>
            <pc:sldMk cId="1339814064" sldId="280"/>
            <ac:picMk id="13" creationId="{2CA6E80A-ADC5-7576-B730-7667F0DD1B11}"/>
          </ac:picMkLst>
        </pc:picChg>
        <pc:picChg chg="add del mod">
          <ac:chgData name="원종빈[ 학부재학 / 언어학과 ]" userId="e07aea9e-92ed-4da9-a75e-875ab8ec805f" providerId="ADAL" clId="{1865A528-3365-45D8-816C-B1CED698EAE2}" dt="2023-09-20T14:59:38.296" v="3818" actId="21"/>
          <ac:picMkLst>
            <pc:docMk/>
            <pc:sldMk cId="1339814064" sldId="280"/>
            <ac:picMk id="15" creationId="{FAED3B34-7458-815A-3460-D320173A4988}"/>
          </ac:picMkLst>
        </pc:picChg>
        <pc:picChg chg="add del">
          <ac:chgData name="원종빈[ 학부재학 / 언어학과 ]" userId="e07aea9e-92ed-4da9-a75e-875ab8ec805f" providerId="ADAL" clId="{1865A528-3365-45D8-816C-B1CED698EAE2}" dt="2023-09-20T14:59:20.619" v="3813" actId="478"/>
          <ac:picMkLst>
            <pc:docMk/>
            <pc:sldMk cId="1339814064" sldId="280"/>
            <ac:picMk id="17" creationId="{A4568EB4-1305-9C9D-7402-4DB2A0A09B45}"/>
          </ac:picMkLst>
        </pc:picChg>
        <pc:picChg chg="add del mod">
          <ac:chgData name="원종빈[ 학부재학 / 언어학과 ]" userId="e07aea9e-92ed-4da9-a75e-875ab8ec805f" providerId="ADAL" clId="{1865A528-3365-45D8-816C-B1CED698EAE2}" dt="2023-09-20T14:59:45.219" v="3821" actId="21"/>
          <ac:picMkLst>
            <pc:docMk/>
            <pc:sldMk cId="1339814064" sldId="280"/>
            <ac:picMk id="18" creationId="{C24C28A1-72FF-B6C6-9290-4386317A4B46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5:04:28.430" v="4009" actId="1036"/>
          <ac:picMkLst>
            <pc:docMk/>
            <pc:sldMk cId="1339814064" sldId="280"/>
            <ac:picMk id="19" creationId="{4358A82F-F5E5-0CC7-7C55-0E4394C2E114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5:04:34.429" v="4011" actId="1076"/>
          <ac:picMkLst>
            <pc:docMk/>
            <pc:sldMk cId="1339814064" sldId="280"/>
            <ac:picMk id="23" creationId="{24FE11C0-6B61-2BD8-1056-59BEB7838D8E}"/>
          </ac:picMkLst>
        </pc:picChg>
        <pc:cxnChg chg="del">
          <ac:chgData name="원종빈[ 학부재학 / 언어학과 ]" userId="e07aea9e-92ed-4da9-a75e-875ab8ec805f" providerId="ADAL" clId="{1865A528-3365-45D8-816C-B1CED698EAE2}" dt="2023-09-20T14:59:46.768" v="3822" actId="478"/>
          <ac:cxnSpMkLst>
            <pc:docMk/>
            <pc:sldMk cId="1339814064" sldId="280"/>
            <ac:cxnSpMk id="12" creationId="{48E73D34-55C9-3275-BFD4-983EAC0DF28B}"/>
          </ac:cxnSpMkLst>
        </pc:cxnChg>
        <pc:cxnChg chg="add mod">
          <ac:chgData name="원종빈[ 학부재학 / 언어학과 ]" userId="e07aea9e-92ed-4da9-a75e-875ab8ec805f" providerId="ADAL" clId="{1865A528-3365-45D8-816C-B1CED698EAE2}" dt="2023-09-20T15:04:28.430" v="4009" actId="1036"/>
          <ac:cxnSpMkLst>
            <pc:docMk/>
            <pc:sldMk cId="1339814064" sldId="280"/>
            <ac:cxnSpMk id="21" creationId="{F2C29854-424E-0C17-8BAB-F49CC999450B}"/>
          </ac:cxnSpMkLst>
        </pc:cxnChg>
        <pc:cxnChg chg="add mod">
          <ac:chgData name="원종빈[ 학부재학 / 언어학과 ]" userId="e07aea9e-92ed-4da9-a75e-875ab8ec805f" providerId="ADAL" clId="{1865A528-3365-45D8-816C-B1CED698EAE2}" dt="2023-09-20T15:05:15.367" v="4015" actId="1582"/>
          <ac:cxnSpMkLst>
            <pc:docMk/>
            <pc:sldMk cId="1339814064" sldId="280"/>
            <ac:cxnSpMk id="25" creationId="{F9FF7084-0BF5-E6A1-976C-AD6B5E1EBD59}"/>
          </ac:cxnSpMkLst>
        </pc:cxnChg>
      </pc:sldChg>
      <pc:sldChg chg="addSp delSp modSp new mod">
        <pc:chgData name="원종빈[ 학부재학 / 언어학과 ]" userId="e07aea9e-92ed-4da9-a75e-875ab8ec805f" providerId="ADAL" clId="{1865A528-3365-45D8-816C-B1CED698EAE2}" dt="2023-09-20T16:03:19.715" v="4711" actId="20577"/>
        <pc:sldMkLst>
          <pc:docMk/>
          <pc:sldMk cId="1237562566" sldId="281"/>
        </pc:sldMkLst>
        <pc:spChg chg="mod">
          <ac:chgData name="원종빈[ 학부재학 / 언어학과 ]" userId="e07aea9e-92ed-4da9-a75e-875ab8ec805f" providerId="ADAL" clId="{1865A528-3365-45D8-816C-B1CED698EAE2}" dt="2023-09-20T16:03:19.715" v="4711" actId="20577"/>
          <ac:spMkLst>
            <pc:docMk/>
            <pc:sldMk cId="1237562566" sldId="281"/>
            <ac:spMk id="2" creationId="{F4213FC9-06EB-0C79-5886-69EBF892E2C8}"/>
          </ac:spMkLst>
        </pc:spChg>
        <pc:spChg chg="del">
          <ac:chgData name="원종빈[ 학부재학 / 언어학과 ]" userId="e07aea9e-92ed-4da9-a75e-875ab8ec805f" providerId="ADAL" clId="{1865A528-3365-45D8-816C-B1CED698EAE2}" dt="2023-09-20T15:29:18.435" v="4428"/>
          <ac:spMkLst>
            <pc:docMk/>
            <pc:sldMk cId="1237562566" sldId="281"/>
            <ac:spMk id="3" creationId="{8C347B80-B9AF-B3EE-C095-DCFEEBC935D1}"/>
          </ac:spMkLst>
        </pc:spChg>
        <pc:spChg chg="add del mod">
          <ac:chgData name="원종빈[ 학부재학 / 언어학과 ]" userId="e07aea9e-92ed-4da9-a75e-875ab8ec805f" providerId="ADAL" clId="{1865A528-3365-45D8-816C-B1CED698EAE2}" dt="2023-09-20T15:29:50.131" v="4434"/>
          <ac:spMkLst>
            <pc:docMk/>
            <pc:sldMk cId="1237562566" sldId="281"/>
            <ac:spMk id="10" creationId="{5217C872-29AC-D267-D4D9-C841D6C1E1BB}"/>
          </ac:spMkLst>
        </pc:spChg>
        <pc:spChg chg="add del mod">
          <ac:chgData name="원종빈[ 학부재학 / 언어학과 ]" userId="e07aea9e-92ed-4da9-a75e-875ab8ec805f" providerId="ADAL" clId="{1865A528-3365-45D8-816C-B1CED698EAE2}" dt="2023-09-20T15:30:07.227" v="4439"/>
          <ac:spMkLst>
            <pc:docMk/>
            <pc:sldMk cId="1237562566" sldId="281"/>
            <ac:spMk id="14" creationId="{87C48B3E-3862-D412-44E7-55BF5092ECE6}"/>
          </ac:spMkLst>
        </pc:spChg>
        <pc:spChg chg="add mod">
          <ac:chgData name="원종빈[ 학부재학 / 언어학과 ]" userId="e07aea9e-92ed-4da9-a75e-875ab8ec805f" providerId="ADAL" clId="{1865A528-3365-45D8-816C-B1CED698EAE2}" dt="2023-09-20T15:59:05.820" v="4533" actId="20577"/>
          <ac:spMkLst>
            <pc:docMk/>
            <pc:sldMk cId="1237562566" sldId="281"/>
            <ac:spMk id="19" creationId="{7ADFAAC8-52DD-D2CC-180E-AC5A7CA9FD77}"/>
          </ac:spMkLst>
        </pc:spChg>
        <pc:spChg chg="add mod">
          <ac:chgData name="원종빈[ 학부재학 / 언어학과 ]" userId="e07aea9e-92ed-4da9-a75e-875ab8ec805f" providerId="ADAL" clId="{1865A528-3365-45D8-816C-B1CED698EAE2}" dt="2023-09-20T15:59:08.339" v="4534" actId="20577"/>
          <ac:spMkLst>
            <pc:docMk/>
            <pc:sldMk cId="1237562566" sldId="281"/>
            <ac:spMk id="20" creationId="{60F915D4-7E90-751C-12BD-F19862305696}"/>
          </ac:spMkLst>
        </pc:spChg>
        <pc:picChg chg="add del mod">
          <ac:chgData name="원종빈[ 학부재학 / 언어학과 ]" userId="e07aea9e-92ed-4da9-a75e-875ab8ec805f" providerId="ADAL" clId="{1865A528-3365-45D8-816C-B1CED698EAE2}" dt="2023-09-20T15:29:46.021" v="4433" actId="478"/>
          <ac:picMkLst>
            <pc:docMk/>
            <pc:sldMk cId="1237562566" sldId="281"/>
            <ac:picMk id="6" creationId="{8A84288E-E190-E95A-C92D-FE38862AABFC}"/>
          </ac:picMkLst>
        </pc:picChg>
        <pc:picChg chg="add del mod">
          <ac:chgData name="원종빈[ 학부재학 / 언어학과 ]" userId="e07aea9e-92ed-4da9-a75e-875ab8ec805f" providerId="ADAL" clId="{1865A528-3365-45D8-816C-B1CED698EAE2}" dt="2023-09-20T15:30:04.557" v="4437" actId="478"/>
          <ac:picMkLst>
            <pc:docMk/>
            <pc:sldMk cId="1237562566" sldId="281"/>
            <ac:picMk id="8" creationId="{AA864205-57BC-1EC0-A1A6-C82BC12A3817}"/>
          </ac:picMkLst>
        </pc:picChg>
        <pc:picChg chg="add del mod">
          <ac:chgData name="원종빈[ 학부재학 / 언어학과 ]" userId="e07aea9e-92ed-4da9-a75e-875ab8ec805f" providerId="ADAL" clId="{1865A528-3365-45D8-816C-B1CED698EAE2}" dt="2023-09-20T15:30:05.122" v="4438" actId="478"/>
          <ac:picMkLst>
            <pc:docMk/>
            <pc:sldMk cId="1237562566" sldId="281"/>
            <ac:picMk id="12" creationId="{4D7E7C91-1491-B7EE-CD66-DC0A2F2C897D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5:30:12.249" v="4440" actId="1076"/>
          <ac:picMkLst>
            <pc:docMk/>
            <pc:sldMk cId="1237562566" sldId="281"/>
            <ac:picMk id="16" creationId="{845F847D-131D-8E9F-652D-0818A81956B9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5:30:22.272" v="4442" actId="1076"/>
          <ac:picMkLst>
            <pc:docMk/>
            <pc:sldMk cId="1237562566" sldId="281"/>
            <ac:picMk id="18" creationId="{FC21E8D1-FC12-7C0E-8C19-C499A33E7236}"/>
          </ac:picMkLst>
        </pc:picChg>
      </pc:sldChg>
      <pc:sldChg chg="addSp delSp modSp new mod">
        <pc:chgData name="원종빈[ 학부재학 / 언어학과 ]" userId="e07aea9e-92ed-4da9-a75e-875ab8ec805f" providerId="ADAL" clId="{1865A528-3365-45D8-816C-B1CED698EAE2}" dt="2023-09-20T16:03:53.363" v="4717" actId="1076"/>
        <pc:sldMkLst>
          <pc:docMk/>
          <pc:sldMk cId="2584428836" sldId="282"/>
        </pc:sldMkLst>
        <pc:spChg chg="mod">
          <ac:chgData name="원종빈[ 학부재학 / 언어학과 ]" userId="e07aea9e-92ed-4da9-a75e-875ab8ec805f" providerId="ADAL" clId="{1865A528-3365-45D8-816C-B1CED698EAE2}" dt="2023-09-20T16:03:30.565" v="4712"/>
          <ac:spMkLst>
            <pc:docMk/>
            <pc:sldMk cId="2584428836" sldId="282"/>
            <ac:spMk id="2" creationId="{273A4D6E-73FD-02A6-3E9C-046ACB7ACFCA}"/>
          </ac:spMkLst>
        </pc:spChg>
        <pc:spChg chg="del">
          <ac:chgData name="원종빈[ 학부재학 / 언어학과 ]" userId="e07aea9e-92ed-4da9-a75e-875ab8ec805f" providerId="ADAL" clId="{1865A528-3365-45D8-816C-B1CED698EAE2}" dt="2023-09-20T16:03:40.435" v="4713"/>
          <ac:spMkLst>
            <pc:docMk/>
            <pc:sldMk cId="2584428836" sldId="282"/>
            <ac:spMk id="3" creationId="{47890BC3-4A6C-1E49-4942-F94E774CF4B8}"/>
          </ac:spMkLst>
        </pc:spChg>
        <pc:picChg chg="add mod">
          <ac:chgData name="원종빈[ 학부재학 / 언어학과 ]" userId="e07aea9e-92ed-4da9-a75e-875ab8ec805f" providerId="ADAL" clId="{1865A528-3365-45D8-816C-B1CED698EAE2}" dt="2023-09-20T16:03:53.363" v="4717" actId="1076"/>
          <ac:picMkLst>
            <pc:docMk/>
            <pc:sldMk cId="2584428836" sldId="282"/>
            <ac:picMk id="6" creationId="{64E2E32C-0EC9-DB84-E260-59909CF478E6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6:03:52.183" v="4716" actId="1076"/>
          <ac:picMkLst>
            <pc:docMk/>
            <pc:sldMk cId="2584428836" sldId="282"/>
            <ac:picMk id="8" creationId="{B69794AC-2A8C-58DC-FE90-7024ECA7C618}"/>
          </ac:picMkLst>
        </pc:picChg>
      </pc:sldChg>
      <pc:sldChg chg="addSp delSp modSp add mod">
        <pc:chgData name="원종빈[ 학부재학 / 언어학과 ]" userId="e07aea9e-92ed-4da9-a75e-875ab8ec805f" providerId="ADAL" clId="{1865A528-3365-45D8-816C-B1CED698EAE2}" dt="2023-09-20T16:54:26.059" v="4872" actId="20577"/>
        <pc:sldMkLst>
          <pc:docMk/>
          <pc:sldMk cId="2126452296" sldId="283"/>
        </pc:sldMkLst>
        <pc:spChg chg="add del mod">
          <ac:chgData name="원종빈[ 학부재학 / 언어학과 ]" userId="e07aea9e-92ed-4da9-a75e-875ab8ec805f" providerId="ADAL" clId="{1865A528-3365-45D8-816C-B1CED698EAE2}" dt="2023-09-20T16:05:40.113" v="4721" actId="478"/>
          <ac:spMkLst>
            <pc:docMk/>
            <pc:sldMk cId="2126452296" sldId="283"/>
            <ac:spMk id="5" creationId="{F74010E1-6037-C3EB-7A9D-498D879519D9}"/>
          </ac:spMkLst>
        </pc:spChg>
        <pc:spChg chg="add mod">
          <ac:chgData name="원종빈[ 학부재학 / 언어학과 ]" userId="e07aea9e-92ed-4da9-a75e-875ab8ec805f" providerId="ADAL" clId="{1865A528-3365-45D8-816C-B1CED698EAE2}" dt="2023-09-20T16:53:21.972" v="4868" actId="20577"/>
          <ac:spMkLst>
            <pc:docMk/>
            <pc:sldMk cId="2126452296" sldId="283"/>
            <ac:spMk id="8" creationId="{321B51A6-7BC5-371C-6030-AF1C9BDB57E5}"/>
          </ac:spMkLst>
        </pc:spChg>
        <pc:spChg chg="mod">
          <ac:chgData name="원종빈[ 학부재학 / 언어학과 ]" userId="e07aea9e-92ed-4da9-a75e-875ab8ec805f" providerId="ADAL" clId="{1865A528-3365-45D8-816C-B1CED698EAE2}" dt="2023-09-20T16:54:26.059" v="4872" actId="20577"/>
          <ac:spMkLst>
            <pc:docMk/>
            <pc:sldMk cId="2126452296" sldId="283"/>
            <ac:spMk id="19" creationId="{7ADFAAC8-52DD-D2CC-180E-AC5A7CA9FD77}"/>
          </ac:spMkLst>
        </pc:spChg>
        <pc:spChg chg="del">
          <ac:chgData name="원종빈[ 학부재학 / 언어학과 ]" userId="e07aea9e-92ed-4da9-a75e-875ab8ec805f" providerId="ADAL" clId="{1865A528-3365-45D8-816C-B1CED698EAE2}" dt="2023-09-20T16:05:39.181" v="4720" actId="478"/>
          <ac:spMkLst>
            <pc:docMk/>
            <pc:sldMk cId="2126452296" sldId="283"/>
            <ac:spMk id="20" creationId="{60F915D4-7E90-751C-12BD-F19862305696}"/>
          </ac:spMkLst>
        </pc:spChg>
        <pc:picChg chg="add mod">
          <ac:chgData name="원종빈[ 학부재학 / 언어학과 ]" userId="e07aea9e-92ed-4da9-a75e-875ab8ec805f" providerId="ADAL" clId="{1865A528-3365-45D8-816C-B1CED698EAE2}" dt="2023-09-20T16:06:04.472" v="4724" actId="1076"/>
          <ac:picMkLst>
            <pc:docMk/>
            <pc:sldMk cId="2126452296" sldId="283"/>
            <ac:picMk id="7" creationId="{6D6114A8-1877-C49F-10B9-5D7A58345DA5}"/>
          </ac:picMkLst>
        </pc:picChg>
        <pc:picChg chg="del">
          <ac:chgData name="원종빈[ 학부재학 / 언어학과 ]" userId="e07aea9e-92ed-4da9-a75e-875ab8ec805f" providerId="ADAL" clId="{1865A528-3365-45D8-816C-B1CED698EAE2}" dt="2023-09-20T16:05:35.948" v="4719" actId="478"/>
          <ac:picMkLst>
            <pc:docMk/>
            <pc:sldMk cId="2126452296" sldId="283"/>
            <ac:picMk id="16" creationId="{845F847D-131D-8E9F-652D-0818A81956B9}"/>
          </ac:picMkLst>
        </pc:picChg>
      </pc:sldChg>
      <pc:sldChg chg="addSp delSp modSp new mod">
        <pc:chgData name="원종빈[ 학부재학 / 언어학과 ]" userId="e07aea9e-92ed-4da9-a75e-875ab8ec805f" providerId="ADAL" clId="{1865A528-3365-45D8-816C-B1CED698EAE2}" dt="2023-09-20T23:09:12.425" v="7197" actId="1076"/>
        <pc:sldMkLst>
          <pc:docMk/>
          <pc:sldMk cId="2290512017" sldId="284"/>
        </pc:sldMkLst>
        <pc:spChg chg="mod">
          <ac:chgData name="원종빈[ 학부재학 / 언어학과 ]" userId="e07aea9e-92ed-4da9-a75e-875ab8ec805f" providerId="ADAL" clId="{1865A528-3365-45D8-816C-B1CED698EAE2}" dt="2023-09-20T16:17:14.151" v="4795"/>
          <ac:spMkLst>
            <pc:docMk/>
            <pc:sldMk cId="2290512017" sldId="284"/>
            <ac:spMk id="2" creationId="{07FD6577-660A-DC29-277A-EBAF122E270D}"/>
          </ac:spMkLst>
        </pc:spChg>
        <pc:spChg chg="del">
          <ac:chgData name="원종빈[ 학부재학 / 언어학과 ]" userId="e07aea9e-92ed-4da9-a75e-875ab8ec805f" providerId="ADAL" clId="{1865A528-3365-45D8-816C-B1CED698EAE2}" dt="2023-09-20T17:13:49.505" v="4873" actId="22"/>
          <ac:spMkLst>
            <pc:docMk/>
            <pc:sldMk cId="2290512017" sldId="284"/>
            <ac:spMk id="3" creationId="{06B8D2B5-11C3-C899-FCF9-DE43120D5242}"/>
          </ac:spMkLst>
        </pc:spChg>
        <pc:spChg chg="add del mod">
          <ac:chgData name="원종빈[ 학부재학 / 언어학과 ]" userId="e07aea9e-92ed-4da9-a75e-875ab8ec805f" providerId="ADAL" clId="{1865A528-3365-45D8-816C-B1CED698EAE2}" dt="2023-09-20T23:05:38.971" v="6915"/>
          <ac:spMkLst>
            <pc:docMk/>
            <pc:sldMk cId="2290512017" sldId="284"/>
            <ac:spMk id="8" creationId="{5DB4E6C2-EB6E-16A8-7C16-BF5043A35C0B}"/>
          </ac:spMkLst>
        </pc:spChg>
        <pc:spChg chg="add mod">
          <ac:chgData name="원종빈[ 학부재학 / 언어학과 ]" userId="e07aea9e-92ed-4da9-a75e-875ab8ec805f" providerId="ADAL" clId="{1865A528-3365-45D8-816C-B1CED698EAE2}" dt="2023-09-20T23:07:36.346" v="6945" actId="20577"/>
          <ac:spMkLst>
            <pc:docMk/>
            <pc:sldMk cId="2290512017" sldId="284"/>
            <ac:spMk id="11" creationId="{7320246B-50CB-8490-17CE-33D430933F53}"/>
          </ac:spMkLst>
        </pc:spChg>
        <pc:spChg chg="add mod">
          <ac:chgData name="원종빈[ 학부재학 / 언어학과 ]" userId="e07aea9e-92ed-4da9-a75e-875ab8ec805f" providerId="ADAL" clId="{1865A528-3365-45D8-816C-B1CED698EAE2}" dt="2023-09-20T23:08:04.555" v="6950" actId="20577"/>
          <ac:spMkLst>
            <pc:docMk/>
            <pc:sldMk cId="2290512017" sldId="284"/>
            <ac:spMk id="12" creationId="{0769B4A7-74A5-7DC5-BEFF-6E9006F966B9}"/>
          </ac:spMkLst>
        </pc:spChg>
        <pc:spChg chg="add mod">
          <ac:chgData name="원종빈[ 학부재학 / 언어학과 ]" userId="e07aea9e-92ed-4da9-a75e-875ab8ec805f" providerId="ADAL" clId="{1865A528-3365-45D8-816C-B1CED698EAE2}" dt="2023-09-20T23:09:12.425" v="7197" actId="1076"/>
          <ac:spMkLst>
            <pc:docMk/>
            <pc:sldMk cId="2290512017" sldId="284"/>
            <ac:spMk id="13" creationId="{34183DA6-8E23-29B8-072A-3FD869A9AE87}"/>
          </ac:spMkLst>
        </pc:spChg>
        <pc:picChg chg="add del mod ord">
          <ac:chgData name="원종빈[ 학부재학 / 언어학과 ]" userId="e07aea9e-92ed-4da9-a75e-875ab8ec805f" providerId="ADAL" clId="{1865A528-3365-45D8-816C-B1CED698EAE2}" dt="2023-09-20T17:15:20.701" v="4875" actId="478"/>
          <ac:picMkLst>
            <pc:docMk/>
            <pc:sldMk cId="2290512017" sldId="284"/>
            <ac:picMk id="6" creationId="{88B70D83-72BA-B341-EFD6-7ACBD4CF4214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23:06:57.042" v="6918" actId="1076"/>
          <ac:picMkLst>
            <pc:docMk/>
            <pc:sldMk cId="2290512017" sldId="284"/>
            <ac:picMk id="10" creationId="{7D88741F-BBBB-580E-F51E-76EF8194104F}"/>
          </ac:picMkLst>
        </pc:picChg>
      </pc:sldChg>
      <pc:sldChg chg="addSp modSp add del mod">
        <pc:chgData name="원종빈[ 학부재학 / 언어학과 ]" userId="e07aea9e-92ed-4da9-a75e-875ab8ec805f" providerId="ADAL" clId="{1865A528-3365-45D8-816C-B1CED698EAE2}" dt="2023-09-20T16:06:45.488" v="4766" actId="2696"/>
        <pc:sldMkLst>
          <pc:docMk/>
          <pc:sldMk cId="3484882527" sldId="284"/>
        </pc:sldMkLst>
        <pc:spChg chg="add mod">
          <ac:chgData name="원종빈[ 학부재학 / 언어학과 ]" userId="e07aea9e-92ed-4da9-a75e-875ab8ec805f" providerId="ADAL" clId="{1865A528-3365-45D8-816C-B1CED698EAE2}" dt="2023-09-20T16:06:37.831" v="4765" actId="1076"/>
          <ac:spMkLst>
            <pc:docMk/>
            <pc:sldMk cId="3484882527" sldId="284"/>
            <ac:spMk id="3" creationId="{B4187114-4E2D-5906-9D1B-AF88DAE8211C}"/>
          </ac:spMkLst>
        </pc:spChg>
      </pc:sldChg>
      <pc:sldChg chg="modSp new mod">
        <pc:chgData name="원종빈[ 학부재학 / 언어학과 ]" userId="e07aea9e-92ed-4da9-a75e-875ab8ec805f" providerId="ADAL" clId="{1865A528-3365-45D8-816C-B1CED698EAE2}" dt="2023-09-20T16:17:29.316" v="4797"/>
        <pc:sldMkLst>
          <pc:docMk/>
          <pc:sldMk cId="1022239055" sldId="285"/>
        </pc:sldMkLst>
        <pc:spChg chg="mod">
          <ac:chgData name="원종빈[ 학부재학 / 언어학과 ]" userId="e07aea9e-92ed-4da9-a75e-875ab8ec805f" providerId="ADAL" clId="{1865A528-3365-45D8-816C-B1CED698EAE2}" dt="2023-09-20T16:17:29.316" v="4797"/>
          <ac:spMkLst>
            <pc:docMk/>
            <pc:sldMk cId="1022239055" sldId="285"/>
            <ac:spMk id="2" creationId="{603B8156-4971-4A02-829B-AD61829FDE13}"/>
          </ac:spMkLst>
        </pc:spChg>
      </pc:sldChg>
      <pc:sldChg chg="addSp delSp modSp new mod">
        <pc:chgData name="원종빈[ 학부재학 / 언어학과 ]" userId="e07aea9e-92ed-4da9-a75e-875ab8ec805f" providerId="ADAL" clId="{1865A528-3365-45D8-816C-B1CED698EAE2}" dt="2023-09-20T23:22:32.024" v="7461" actId="1076"/>
        <pc:sldMkLst>
          <pc:docMk/>
          <pc:sldMk cId="96546812" sldId="286"/>
        </pc:sldMkLst>
        <pc:spChg chg="mod">
          <ac:chgData name="원종빈[ 학부재학 / 언어학과 ]" userId="e07aea9e-92ed-4da9-a75e-875ab8ec805f" providerId="ADAL" clId="{1865A528-3365-45D8-816C-B1CED698EAE2}" dt="2023-09-20T16:43:12.746" v="4858" actId="115"/>
          <ac:spMkLst>
            <pc:docMk/>
            <pc:sldMk cId="96546812" sldId="286"/>
            <ac:spMk id="2" creationId="{C28CA12B-EC33-D227-A9FD-B6494626106C}"/>
          </ac:spMkLst>
        </pc:spChg>
        <pc:spChg chg="del">
          <ac:chgData name="원종빈[ 학부재학 / 언어학과 ]" userId="e07aea9e-92ed-4da9-a75e-875ab8ec805f" providerId="ADAL" clId="{1865A528-3365-45D8-816C-B1CED698EAE2}" dt="2023-09-20T16:42:21.635" v="4846"/>
          <ac:spMkLst>
            <pc:docMk/>
            <pc:sldMk cId="96546812" sldId="286"/>
            <ac:spMk id="3" creationId="{DF87D1E6-F498-C969-CDB3-AB311F525665}"/>
          </ac:spMkLst>
        </pc:spChg>
        <pc:picChg chg="add mod">
          <ac:chgData name="원종빈[ 학부재학 / 언어학과 ]" userId="e07aea9e-92ed-4da9-a75e-875ab8ec805f" providerId="ADAL" clId="{1865A528-3365-45D8-816C-B1CED698EAE2}" dt="2023-09-20T23:22:19.775" v="7460" actId="1076"/>
          <ac:picMkLst>
            <pc:docMk/>
            <pc:sldMk cId="96546812" sldId="286"/>
            <ac:picMk id="6" creationId="{E370F19B-B140-3411-05AD-5F80CBD9525A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23:22:32.024" v="7461" actId="1076"/>
          <ac:picMkLst>
            <pc:docMk/>
            <pc:sldMk cId="96546812" sldId="286"/>
            <ac:picMk id="8" creationId="{B77A05E7-49E6-438F-065D-766540189549}"/>
          </ac:picMkLst>
        </pc:picChg>
      </pc:sldChg>
      <pc:sldChg chg="addSp delSp modSp new mod">
        <pc:chgData name="원종빈[ 학부재학 / 언어학과 ]" userId="e07aea9e-92ed-4da9-a75e-875ab8ec805f" providerId="ADAL" clId="{1865A528-3365-45D8-816C-B1CED698EAE2}" dt="2023-09-20T23:22:09.279" v="7459" actId="1076"/>
        <pc:sldMkLst>
          <pc:docMk/>
          <pc:sldMk cId="1377199610" sldId="287"/>
        </pc:sldMkLst>
        <pc:spChg chg="mod">
          <ac:chgData name="원종빈[ 학부재학 / 언어학과 ]" userId="e07aea9e-92ed-4da9-a75e-875ab8ec805f" providerId="ADAL" clId="{1865A528-3365-45D8-816C-B1CED698EAE2}" dt="2023-09-20T16:43:18.007" v="4859"/>
          <ac:spMkLst>
            <pc:docMk/>
            <pc:sldMk cId="1377199610" sldId="287"/>
            <ac:spMk id="2" creationId="{3244699F-8712-A1D4-23F1-978369CFAAEC}"/>
          </ac:spMkLst>
        </pc:spChg>
        <pc:spChg chg="del">
          <ac:chgData name="원종빈[ 학부재학 / 언어학과 ]" userId="e07aea9e-92ed-4da9-a75e-875ab8ec805f" providerId="ADAL" clId="{1865A528-3365-45D8-816C-B1CED698EAE2}" dt="2023-09-20T16:42:50.576" v="4851"/>
          <ac:spMkLst>
            <pc:docMk/>
            <pc:sldMk cId="1377199610" sldId="287"/>
            <ac:spMk id="3" creationId="{122C862A-3CF9-884D-796A-48E203CDEEA2}"/>
          </ac:spMkLst>
        </pc:spChg>
        <pc:picChg chg="add mod">
          <ac:chgData name="원종빈[ 학부재학 / 언어학과 ]" userId="e07aea9e-92ed-4da9-a75e-875ab8ec805f" providerId="ADAL" clId="{1865A528-3365-45D8-816C-B1CED698EAE2}" dt="2023-09-20T23:22:09.279" v="7459" actId="1076"/>
          <ac:picMkLst>
            <pc:docMk/>
            <pc:sldMk cId="1377199610" sldId="287"/>
            <ac:picMk id="6" creationId="{911A2CA0-7B32-9A2B-9C4A-C2091DB53284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6:44:01.714" v="4860" actId="1076"/>
          <ac:picMkLst>
            <pc:docMk/>
            <pc:sldMk cId="1377199610" sldId="287"/>
            <ac:picMk id="8" creationId="{75ED02DC-EF17-2772-7621-4C66B2833130}"/>
          </ac:picMkLst>
        </pc:picChg>
      </pc:sldChg>
      <pc:sldChg chg="modSp new mod">
        <pc:chgData name="원종빈[ 학부재학 / 언어학과 ]" userId="e07aea9e-92ed-4da9-a75e-875ab8ec805f" providerId="ADAL" clId="{1865A528-3365-45D8-816C-B1CED698EAE2}" dt="2023-09-20T22:55:53.914" v="6837" actId="20577"/>
        <pc:sldMkLst>
          <pc:docMk/>
          <pc:sldMk cId="4190328030" sldId="288"/>
        </pc:sldMkLst>
        <pc:spChg chg="mod">
          <ac:chgData name="원종빈[ 학부재학 / 언어학과 ]" userId="e07aea9e-92ed-4da9-a75e-875ab8ec805f" providerId="ADAL" clId="{1865A528-3365-45D8-816C-B1CED698EAE2}" dt="2023-09-20T17:19:25.079" v="4879" actId="115"/>
          <ac:spMkLst>
            <pc:docMk/>
            <pc:sldMk cId="4190328030" sldId="288"/>
            <ac:spMk id="2" creationId="{3C8F0995-218A-6C41-0BAD-5A54145C3429}"/>
          </ac:spMkLst>
        </pc:spChg>
        <pc:spChg chg="mod">
          <ac:chgData name="원종빈[ 학부재학 / 언어학과 ]" userId="e07aea9e-92ed-4da9-a75e-875ab8ec805f" providerId="ADAL" clId="{1865A528-3365-45D8-816C-B1CED698EAE2}" dt="2023-09-20T22:55:53.914" v="6837" actId="20577"/>
          <ac:spMkLst>
            <pc:docMk/>
            <pc:sldMk cId="4190328030" sldId="288"/>
            <ac:spMk id="3" creationId="{A3E757C2-91DC-C8DA-B27C-ED32DBF9404A}"/>
          </ac:spMkLst>
        </pc:spChg>
      </pc:sldChg>
      <pc:sldChg chg="addSp delSp modSp add mod">
        <pc:chgData name="원종빈[ 학부재학 / 언어학과 ]" userId="e07aea9e-92ed-4da9-a75e-875ab8ec805f" providerId="ADAL" clId="{1865A528-3365-45D8-816C-B1CED698EAE2}" dt="2023-09-20T23:12:30.970" v="7452" actId="14100"/>
        <pc:sldMkLst>
          <pc:docMk/>
          <pc:sldMk cId="457122621" sldId="289"/>
        </pc:sldMkLst>
        <pc:spChg chg="add del mod">
          <ac:chgData name="원종빈[ 학부재학 / 언어학과 ]" userId="e07aea9e-92ed-4da9-a75e-875ab8ec805f" providerId="ADAL" clId="{1865A528-3365-45D8-816C-B1CED698EAE2}" dt="2023-09-20T23:09:33.208" v="7198"/>
          <ac:spMkLst>
            <pc:docMk/>
            <pc:sldMk cId="457122621" sldId="289"/>
            <ac:spMk id="5" creationId="{F999865F-F1CB-86C7-3718-65E4A541C913}"/>
          </ac:spMkLst>
        </pc:spChg>
        <pc:spChg chg="add mod">
          <ac:chgData name="원종빈[ 학부재학 / 언어학과 ]" userId="e07aea9e-92ed-4da9-a75e-875ab8ec805f" providerId="ADAL" clId="{1865A528-3365-45D8-816C-B1CED698EAE2}" dt="2023-09-20T23:11:16.893" v="7226" actId="20577"/>
          <ac:spMkLst>
            <pc:docMk/>
            <pc:sldMk cId="457122621" sldId="289"/>
            <ac:spMk id="10" creationId="{53878A99-7447-0340-1CC5-7806B71704C7}"/>
          </ac:spMkLst>
        </pc:spChg>
        <pc:spChg chg="add mod">
          <ac:chgData name="원종빈[ 학부재학 / 언어학과 ]" userId="e07aea9e-92ed-4da9-a75e-875ab8ec805f" providerId="ADAL" clId="{1865A528-3365-45D8-816C-B1CED698EAE2}" dt="2023-09-20T23:12:30.970" v="7452" actId="14100"/>
          <ac:spMkLst>
            <pc:docMk/>
            <pc:sldMk cId="457122621" sldId="289"/>
            <ac:spMk id="11" creationId="{97452872-E672-C6BC-5990-8F7397836714}"/>
          </ac:spMkLst>
        </pc:spChg>
        <pc:picChg chg="del">
          <ac:chgData name="원종빈[ 학부재학 / 언어학과 ]" userId="e07aea9e-92ed-4da9-a75e-875ab8ec805f" providerId="ADAL" clId="{1865A528-3365-45D8-816C-B1CED698EAE2}" dt="2023-09-20T17:27:09" v="5080" actId="478"/>
          <ac:picMkLst>
            <pc:docMk/>
            <pc:sldMk cId="457122621" sldId="289"/>
            <ac:picMk id="6" creationId="{E370F19B-B140-3411-05AD-5F80CBD9525A}"/>
          </ac:picMkLst>
        </pc:picChg>
        <pc:picChg chg="del">
          <ac:chgData name="원종빈[ 학부재학 / 언어학과 ]" userId="e07aea9e-92ed-4da9-a75e-875ab8ec805f" providerId="ADAL" clId="{1865A528-3365-45D8-816C-B1CED698EAE2}" dt="2023-09-20T17:27:13.651" v="5081" actId="478"/>
          <ac:picMkLst>
            <pc:docMk/>
            <pc:sldMk cId="457122621" sldId="289"/>
            <ac:picMk id="8" creationId="{B77A05E7-49E6-438F-065D-766540189549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23:09:35.966" v="7199" actId="1076"/>
          <ac:picMkLst>
            <pc:docMk/>
            <pc:sldMk cId="457122621" sldId="289"/>
            <ac:picMk id="9" creationId="{4A4B5392-FE2E-457F-2E6B-30F5F609994D}"/>
          </ac:picMkLst>
        </pc:picChg>
      </pc:sldChg>
      <pc:sldChg chg="addSp delSp modSp new mod">
        <pc:chgData name="원종빈[ 학부재학 / 언어학과 ]" userId="e07aea9e-92ed-4da9-a75e-875ab8ec805f" providerId="ADAL" clId="{1865A528-3365-45D8-816C-B1CED698EAE2}" dt="2023-09-20T17:39:37.844" v="5607" actId="1076"/>
        <pc:sldMkLst>
          <pc:docMk/>
          <pc:sldMk cId="996734508" sldId="290"/>
        </pc:sldMkLst>
        <pc:spChg chg="mod">
          <ac:chgData name="원종빈[ 학부재학 / 언어학과 ]" userId="e07aea9e-92ed-4da9-a75e-875ab8ec805f" providerId="ADAL" clId="{1865A528-3365-45D8-816C-B1CED698EAE2}" dt="2023-09-20T17:32:41.760" v="5122"/>
          <ac:spMkLst>
            <pc:docMk/>
            <pc:sldMk cId="996734508" sldId="290"/>
            <ac:spMk id="2" creationId="{0FE61EF3-7F2F-6E5E-0DC5-72DC9F399458}"/>
          </ac:spMkLst>
        </pc:spChg>
        <pc:spChg chg="del">
          <ac:chgData name="원종빈[ 학부재학 / 언어학과 ]" userId="e07aea9e-92ed-4da9-a75e-875ab8ec805f" providerId="ADAL" clId="{1865A528-3365-45D8-816C-B1CED698EAE2}" dt="2023-09-20T17:33:00.483" v="5123"/>
          <ac:spMkLst>
            <pc:docMk/>
            <pc:sldMk cId="996734508" sldId="290"/>
            <ac:spMk id="3" creationId="{358F31C5-5A97-6454-02CB-11E1085F9975}"/>
          </ac:spMkLst>
        </pc:spChg>
        <pc:spChg chg="add del">
          <ac:chgData name="원종빈[ 학부재학 / 언어학과 ]" userId="e07aea9e-92ed-4da9-a75e-875ab8ec805f" providerId="ADAL" clId="{1865A528-3365-45D8-816C-B1CED698EAE2}" dt="2023-09-20T17:39:08.298" v="5600" actId="22"/>
          <ac:spMkLst>
            <pc:docMk/>
            <pc:sldMk cId="996734508" sldId="290"/>
            <ac:spMk id="10" creationId="{2B7D066D-5DD3-EF49-4B0B-D8BE561AE7A6}"/>
          </ac:spMkLst>
        </pc:spChg>
        <pc:picChg chg="add mod">
          <ac:chgData name="원종빈[ 학부재학 / 언어학과 ]" userId="e07aea9e-92ed-4da9-a75e-875ab8ec805f" providerId="ADAL" clId="{1865A528-3365-45D8-816C-B1CED698EAE2}" dt="2023-09-20T17:39:37.844" v="5607" actId="1076"/>
          <ac:picMkLst>
            <pc:docMk/>
            <pc:sldMk cId="996734508" sldId="290"/>
            <ac:picMk id="6" creationId="{72415467-88FE-721C-FF21-FD78CA434BD5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7:33:13.312" v="5128" actId="1076"/>
          <ac:picMkLst>
            <pc:docMk/>
            <pc:sldMk cId="996734508" sldId="290"/>
            <ac:picMk id="8" creationId="{189B1A06-030A-F0DA-060F-6FE58B3034A3}"/>
          </ac:picMkLst>
        </pc:picChg>
      </pc:sldChg>
      <pc:sldChg chg="addSp delSp modSp add del mod">
        <pc:chgData name="원종빈[ 학부재학 / 언어학과 ]" userId="e07aea9e-92ed-4da9-a75e-875ab8ec805f" providerId="ADAL" clId="{1865A528-3365-45D8-816C-B1CED698EAE2}" dt="2023-09-20T17:39:11.669" v="5602" actId="47"/>
        <pc:sldMkLst>
          <pc:docMk/>
          <pc:sldMk cId="4157693683" sldId="291"/>
        </pc:sldMkLst>
        <pc:spChg chg="add del mod">
          <ac:chgData name="원종빈[ 학부재학 / 언어학과 ]" userId="e07aea9e-92ed-4da9-a75e-875ab8ec805f" providerId="ADAL" clId="{1865A528-3365-45D8-816C-B1CED698EAE2}" dt="2023-09-20T17:33:41.698" v="5132"/>
          <ac:spMkLst>
            <pc:docMk/>
            <pc:sldMk cId="4157693683" sldId="291"/>
            <ac:spMk id="5" creationId="{BFFE9B0D-FFAB-517F-C3F5-7068746D2883}"/>
          </ac:spMkLst>
        </pc:spChg>
        <pc:spChg chg="add del mod">
          <ac:chgData name="원종빈[ 학부재학 / 언어학과 ]" userId="e07aea9e-92ed-4da9-a75e-875ab8ec805f" providerId="ADAL" clId="{1865A528-3365-45D8-816C-B1CED698EAE2}" dt="2023-09-20T17:38:28.315" v="5597"/>
          <ac:spMkLst>
            <pc:docMk/>
            <pc:sldMk cId="4157693683" sldId="291"/>
            <ac:spMk id="11" creationId="{9680E8B8-7DB3-3A67-357A-B966DB4FEA7C}"/>
          </ac:spMkLst>
        </pc:spChg>
        <pc:picChg chg="del">
          <ac:chgData name="원종빈[ 학부재학 / 언어학과 ]" userId="e07aea9e-92ed-4da9-a75e-875ab8ec805f" providerId="ADAL" clId="{1865A528-3365-45D8-816C-B1CED698EAE2}" dt="2023-09-20T17:33:29.043" v="5130" actId="478"/>
          <ac:picMkLst>
            <pc:docMk/>
            <pc:sldMk cId="4157693683" sldId="291"/>
            <ac:picMk id="6" creationId="{72415467-88FE-721C-FF21-FD78CA434BD5}"/>
          </ac:picMkLst>
        </pc:picChg>
        <pc:picChg chg="mod">
          <ac:chgData name="원종빈[ 학부재학 / 언어학과 ]" userId="e07aea9e-92ed-4da9-a75e-875ab8ec805f" providerId="ADAL" clId="{1865A528-3365-45D8-816C-B1CED698EAE2}" dt="2023-09-20T17:38:23.950" v="5596" actId="1076"/>
          <ac:picMkLst>
            <pc:docMk/>
            <pc:sldMk cId="4157693683" sldId="291"/>
            <ac:picMk id="8" creationId="{189B1A06-030A-F0DA-060F-6FE58B3034A3}"/>
          </ac:picMkLst>
        </pc:picChg>
        <pc:picChg chg="add del mod">
          <ac:chgData name="원종빈[ 학부재학 / 언어학과 ]" userId="e07aea9e-92ed-4da9-a75e-875ab8ec805f" providerId="ADAL" clId="{1865A528-3365-45D8-816C-B1CED698EAE2}" dt="2023-09-20T17:38:17.458" v="5595" actId="478"/>
          <ac:picMkLst>
            <pc:docMk/>
            <pc:sldMk cId="4157693683" sldId="291"/>
            <ac:picMk id="9" creationId="{5D355ACB-9BBB-1911-0C6C-C51FDEC15CCD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7:38:33.514" v="5598" actId="1076"/>
          <ac:picMkLst>
            <pc:docMk/>
            <pc:sldMk cId="4157693683" sldId="291"/>
            <ac:picMk id="13" creationId="{30E01436-168A-0CCF-908A-6C871C4AE53A}"/>
          </ac:picMkLst>
        </pc:picChg>
      </pc:sldChg>
      <pc:sldChg chg="addSp delSp modSp add mod">
        <pc:chgData name="원종빈[ 학부재학 / 언어학과 ]" userId="e07aea9e-92ed-4da9-a75e-875ab8ec805f" providerId="ADAL" clId="{1865A528-3365-45D8-816C-B1CED698EAE2}" dt="2023-09-20T17:49:16.664" v="6414" actId="20577"/>
        <pc:sldMkLst>
          <pc:docMk/>
          <pc:sldMk cId="3620481911" sldId="292"/>
        </pc:sldMkLst>
        <pc:spChg chg="add del mod">
          <ac:chgData name="원종빈[ 학부재학 / 언어학과 ]" userId="e07aea9e-92ed-4da9-a75e-875ab8ec805f" providerId="ADAL" clId="{1865A528-3365-45D8-816C-B1CED698EAE2}" dt="2023-09-20T17:39:18.696" v="5604"/>
          <ac:spMkLst>
            <pc:docMk/>
            <pc:sldMk cId="3620481911" sldId="292"/>
            <ac:spMk id="5" creationId="{D6DE3F4B-3AA6-06AA-187A-5D37733A6AC9}"/>
          </ac:spMkLst>
        </pc:spChg>
        <pc:spChg chg="add mod">
          <ac:chgData name="원종빈[ 학부재학 / 언어학과 ]" userId="e07aea9e-92ed-4da9-a75e-875ab8ec805f" providerId="ADAL" clId="{1865A528-3365-45D8-816C-B1CED698EAE2}" dt="2023-09-20T17:49:16.664" v="6414" actId="20577"/>
          <ac:spMkLst>
            <pc:docMk/>
            <pc:sldMk cId="3620481911" sldId="292"/>
            <ac:spMk id="10" creationId="{3144AB1C-48B8-2F11-B259-9E0EC3170C8F}"/>
          </ac:spMkLst>
        </pc:spChg>
        <pc:picChg chg="del">
          <ac:chgData name="원종빈[ 학부재학 / 언어학과 ]" userId="e07aea9e-92ed-4da9-a75e-875ab8ec805f" providerId="ADAL" clId="{1865A528-3365-45D8-816C-B1CED698EAE2}" dt="2023-09-20T17:39:14.818" v="5603" actId="478"/>
          <ac:picMkLst>
            <pc:docMk/>
            <pc:sldMk cId="3620481911" sldId="292"/>
            <ac:picMk id="6" creationId="{72415467-88FE-721C-FF21-FD78CA434BD5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17:39:31.310" v="5606" actId="1076"/>
          <ac:picMkLst>
            <pc:docMk/>
            <pc:sldMk cId="3620481911" sldId="292"/>
            <ac:picMk id="9" creationId="{34F024BD-A344-34C7-A151-EE70AB8D1D1A}"/>
          </ac:picMkLst>
        </pc:picChg>
        <pc:cxnChg chg="add del">
          <ac:chgData name="원종빈[ 학부재학 / 언어학과 ]" userId="e07aea9e-92ed-4da9-a75e-875ab8ec805f" providerId="ADAL" clId="{1865A528-3365-45D8-816C-B1CED698EAE2}" dt="2023-09-20T17:47:58.768" v="6293" actId="11529"/>
          <ac:cxnSpMkLst>
            <pc:docMk/>
            <pc:sldMk cId="3620481911" sldId="292"/>
            <ac:cxnSpMk id="12" creationId="{97C0FC36-E46B-AA71-18AF-81F233384AFD}"/>
          </ac:cxnSpMkLst>
        </pc:cxnChg>
        <pc:cxnChg chg="add mod">
          <ac:chgData name="원종빈[ 학부재학 / 언어학과 ]" userId="e07aea9e-92ed-4da9-a75e-875ab8ec805f" providerId="ADAL" clId="{1865A528-3365-45D8-816C-B1CED698EAE2}" dt="2023-09-20T17:48:48.054" v="6300" actId="1582"/>
          <ac:cxnSpMkLst>
            <pc:docMk/>
            <pc:sldMk cId="3620481911" sldId="292"/>
            <ac:cxnSpMk id="14" creationId="{F7DFA571-0985-88B6-659F-DF18503FAF97}"/>
          </ac:cxnSpMkLst>
        </pc:cxnChg>
      </pc:sldChg>
      <pc:sldChg chg="addSp delSp modSp add mod">
        <pc:chgData name="원종빈[ 학부재학 / 언어학과 ]" userId="e07aea9e-92ed-4da9-a75e-875ab8ec805f" providerId="ADAL" clId="{1865A528-3365-45D8-816C-B1CED698EAE2}" dt="2023-09-20T18:10:25.804" v="6505" actId="20577"/>
        <pc:sldMkLst>
          <pc:docMk/>
          <pc:sldMk cId="147247152" sldId="293"/>
        </pc:sldMkLst>
        <pc:spChg chg="add del mod">
          <ac:chgData name="원종빈[ 학부재학 / 언어학과 ]" userId="e07aea9e-92ed-4da9-a75e-875ab8ec805f" providerId="ADAL" clId="{1865A528-3365-45D8-816C-B1CED698EAE2}" dt="2023-09-20T17:41:07.832" v="5753"/>
          <ac:spMkLst>
            <pc:docMk/>
            <pc:sldMk cId="147247152" sldId="293"/>
            <ac:spMk id="5" creationId="{F127F116-8322-F4C7-2FE8-EF3A52D667C2}"/>
          </ac:spMkLst>
        </pc:spChg>
        <pc:spChg chg="add del mod">
          <ac:chgData name="원종빈[ 학부재학 / 언어학과 ]" userId="e07aea9e-92ed-4da9-a75e-875ab8ec805f" providerId="ADAL" clId="{1865A528-3365-45D8-816C-B1CED698EAE2}" dt="2023-09-20T18:10:25.804" v="6505" actId="20577"/>
          <ac:spMkLst>
            <pc:docMk/>
            <pc:sldMk cId="147247152" sldId="293"/>
            <ac:spMk id="10" creationId="{3144AB1C-48B8-2F11-B259-9E0EC3170C8F}"/>
          </ac:spMkLst>
        </pc:spChg>
        <pc:picChg chg="add mod">
          <ac:chgData name="원종빈[ 학부재학 / 언어학과 ]" userId="e07aea9e-92ed-4da9-a75e-875ab8ec805f" providerId="ADAL" clId="{1865A528-3365-45D8-816C-B1CED698EAE2}" dt="2023-09-20T17:41:23.921" v="5754" actId="1076"/>
          <ac:picMkLst>
            <pc:docMk/>
            <pc:sldMk cId="147247152" sldId="293"/>
            <ac:picMk id="7" creationId="{75780C09-49E1-72F6-8ED9-0D19859EE1EE}"/>
          </ac:picMkLst>
        </pc:picChg>
        <pc:picChg chg="del">
          <ac:chgData name="원종빈[ 학부재학 / 언어학과 ]" userId="e07aea9e-92ed-4da9-a75e-875ab8ec805f" providerId="ADAL" clId="{1865A528-3365-45D8-816C-B1CED698EAE2}" dt="2023-09-20T17:40:58.293" v="5752" actId="478"/>
          <ac:picMkLst>
            <pc:docMk/>
            <pc:sldMk cId="147247152" sldId="293"/>
            <ac:picMk id="9" creationId="{34F024BD-A344-34C7-A151-EE70AB8D1D1A}"/>
          </ac:picMkLst>
        </pc:picChg>
        <pc:inkChg chg="add">
          <ac:chgData name="원종빈[ 학부재학 / 언어학과 ]" userId="e07aea9e-92ed-4da9-a75e-875ab8ec805f" providerId="ADAL" clId="{1865A528-3365-45D8-816C-B1CED698EAE2}" dt="2023-09-20T17:42:20.166" v="5911" actId="9405"/>
          <ac:inkMkLst>
            <pc:docMk/>
            <pc:sldMk cId="147247152" sldId="293"/>
            <ac:inkMk id="11" creationId="{7F87397C-14EF-2423-BF00-C02B447C3669}"/>
          </ac:inkMkLst>
        </pc:inkChg>
        <pc:inkChg chg="add">
          <ac:chgData name="원종빈[ 학부재학 / 언어학과 ]" userId="e07aea9e-92ed-4da9-a75e-875ab8ec805f" providerId="ADAL" clId="{1865A528-3365-45D8-816C-B1CED698EAE2}" dt="2023-09-20T17:42:21.177" v="5912" actId="9405"/>
          <ac:inkMkLst>
            <pc:docMk/>
            <pc:sldMk cId="147247152" sldId="293"/>
            <ac:inkMk id="12" creationId="{C09910C7-F062-AF08-600B-38FCDB61F541}"/>
          </ac:inkMkLst>
        </pc:inkChg>
        <pc:inkChg chg="add">
          <ac:chgData name="원종빈[ 학부재학 / 언어학과 ]" userId="e07aea9e-92ed-4da9-a75e-875ab8ec805f" providerId="ADAL" clId="{1865A528-3365-45D8-816C-B1CED698EAE2}" dt="2023-09-20T17:49:37.586" v="6416" actId="9405"/>
          <ac:inkMkLst>
            <pc:docMk/>
            <pc:sldMk cId="147247152" sldId="293"/>
            <ac:inkMk id="13" creationId="{CD487BC4-0F61-F7A6-ABDF-948B0BEA0F7D}"/>
          </ac:inkMkLst>
        </pc:inkChg>
        <pc:inkChg chg="add">
          <ac:chgData name="원종빈[ 학부재학 / 언어학과 ]" userId="e07aea9e-92ed-4da9-a75e-875ab8ec805f" providerId="ADAL" clId="{1865A528-3365-45D8-816C-B1CED698EAE2}" dt="2023-09-20T17:49:42.635" v="6417" actId="9405"/>
          <ac:inkMkLst>
            <pc:docMk/>
            <pc:sldMk cId="147247152" sldId="293"/>
            <ac:inkMk id="14" creationId="{D4F59BA9-2181-A356-21F9-8E96B1E3FD5E}"/>
          </ac:inkMkLst>
        </pc:inkChg>
      </pc:sldChg>
      <pc:sldChg chg="addSp delSp modSp new mod">
        <pc:chgData name="원종빈[ 학부재학 / 언어학과 ]" userId="e07aea9e-92ed-4da9-a75e-875ab8ec805f" providerId="ADAL" clId="{1865A528-3365-45D8-816C-B1CED698EAE2}" dt="2023-09-20T23:03:47.282" v="6898" actId="1076"/>
        <pc:sldMkLst>
          <pc:docMk/>
          <pc:sldMk cId="3267254485" sldId="294"/>
        </pc:sldMkLst>
        <pc:spChg chg="mod">
          <ac:chgData name="원종빈[ 학부재학 / 언어학과 ]" userId="e07aea9e-92ed-4da9-a75e-875ab8ec805f" providerId="ADAL" clId="{1865A528-3365-45D8-816C-B1CED698EAE2}" dt="2023-09-20T22:59:54.373" v="6838"/>
          <ac:spMkLst>
            <pc:docMk/>
            <pc:sldMk cId="3267254485" sldId="294"/>
            <ac:spMk id="2" creationId="{F3A07006-0C91-77E2-36DB-7E6D43FD413A}"/>
          </ac:spMkLst>
        </pc:spChg>
        <pc:spChg chg="del">
          <ac:chgData name="원종빈[ 학부재학 / 언어학과 ]" userId="e07aea9e-92ed-4da9-a75e-875ab8ec805f" providerId="ADAL" clId="{1865A528-3365-45D8-816C-B1CED698EAE2}" dt="2023-09-20T23:00:09.156" v="6839"/>
          <ac:spMkLst>
            <pc:docMk/>
            <pc:sldMk cId="3267254485" sldId="294"/>
            <ac:spMk id="3" creationId="{B588F190-0406-3C58-D73F-837DB974D513}"/>
          </ac:spMkLst>
        </pc:spChg>
        <pc:spChg chg="add mod">
          <ac:chgData name="원종빈[ 학부재학 / 언어학과 ]" userId="e07aea9e-92ed-4da9-a75e-875ab8ec805f" providerId="ADAL" clId="{1865A528-3365-45D8-816C-B1CED698EAE2}" dt="2023-09-20T23:03:47.282" v="6898" actId="1076"/>
          <ac:spMkLst>
            <pc:docMk/>
            <pc:sldMk cId="3267254485" sldId="294"/>
            <ac:spMk id="10" creationId="{E2991C6B-8949-3267-5AA8-5C8B6D8768B4}"/>
          </ac:spMkLst>
        </pc:spChg>
        <pc:spChg chg="add mod">
          <ac:chgData name="원종빈[ 학부재학 / 언어학과 ]" userId="e07aea9e-92ed-4da9-a75e-875ab8ec805f" providerId="ADAL" clId="{1865A528-3365-45D8-816C-B1CED698EAE2}" dt="2023-09-20T23:03:38.839" v="6897" actId="1076"/>
          <ac:spMkLst>
            <pc:docMk/>
            <pc:sldMk cId="3267254485" sldId="294"/>
            <ac:spMk id="11" creationId="{82E33C45-1CA7-FF53-9443-A7E4BAE98E4E}"/>
          </ac:spMkLst>
        </pc:spChg>
        <pc:picChg chg="add mod">
          <ac:chgData name="원종빈[ 학부재학 / 언어학과 ]" userId="e07aea9e-92ed-4da9-a75e-875ab8ec805f" providerId="ADAL" clId="{1865A528-3365-45D8-816C-B1CED698EAE2}" dt="2023-09-20T23:01:09.206" v="6857" actId="1076"/>
          <ac:picMkLst>
            <pc:docMk/>
            <pc:sldMk cId="3267254485" sldId="294"/>
            <ac:picMk id="6" creationId="{6295F865-3EE5-60A3-EB23-91D1B1F6E2A8}"/>
          </ac:picMkLst>
        </pc:picChg>
        <pc:picChg chg="add del mod">
          <ac:chgData name="원종빈[ 학부재학 / 언어학과 ]" userId="e07aea9e-92ed-4da9-a75e-875ab8ec805f" providerId="ADAL" clId="{1865A528-3365-45D8-816C-B1CED698EAE2}" dt="2023-09-20T23:01:20.805" v="6859" actId="21"/>
          <ac:picMkLst>
            <pc:docMk/>
            <pc:sldMk cId="3267254485" sldId="294"/>
            <ac:picMk id="8" creationId="{5E6DE561-6381-78AB-D698-35689841B507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23:01:11.825" v="6858" actId="1076"/>
          <ac:picMkLst>
            <pc:docMk/>
            <pc:sldMk cId="3267254485" sldId="294"/>
            <ac:picMk id="9" creationId="{E1207A0C-9919-4D91-1866-2AA776B35BF0}"/>
          </ac:picMkLst>
        </pc:picChg>
      </pc:sldChg>
      <pc:sldChg chg="new del">
        <pc:chgData name="원종빈[ 학부재학 / 언어학과 ]" userId="e07aea9e-92ed-4da9-a75e-875ab8ec805f" providerId="ADAL" clId="{1865A528-3365-45D8-816C-B1CED698EAE2}" dt="2023-09-20T17:50:04.606" v="6420" actId="47"/>
        <pc:sldMkLst>
          <pc:docMk/>
          <pc:sldMk cId="3645752131" sldId="294"/>
        </pc:sldMkLst>
      </pc:sldChg>
      <pc:sldChg chg="addSp delSp modSp add mod">
        <pc:chgData name="원종빈[ 학부재학 / 언어학과 ]" userId="e07aea9e-92ed-4da9-a75e-875ab8ec805f" providerId="ADAL" clId="{1865A528-3365-45D8-816C-B1CED698EAE2}" dt="2023-09-20T23:04:20.992" v="6911" actId="1076"/>
        <pc:sldMkLst>
          <pc:docMk/>
          <pc:sldMk cId="2730231476" sldId="295"/>
        </pc:sldMkLst>
        <pc:spChg chg="add del mod">
          <ac:chgData name="원종빈[ 학부재학 / 언어학과 ]" userId="e07aea9e-92ed-4da9-a75e-875ab8ec805f" providerId="ADAL" clId="{1865A528-3365-45D8-816C-B1CED698EAE2}" dt="2023-09-20T23:00:39.538" v="6848" actId="478"/>
          <ac:spMkLst>
            <pc:docMk/>
            <pc:sldMk cId="2730231476" sldId="295"/>
            <ac:spMk id="5" creationId="{12CCACF9-BA98-1BA1-B83C-F7BC3BC6EE5B}"/>
          </ac:spMkLst>
        </pc:spChg>
        <pc:spChg chg="add del mod">
          <ac:chgData name="원종빈[ 학부재학 / 언어학과 ]" userId="e07aea9e-92ed-4da9-a75e-875ab8ec805f" providerId="ADAL" clId="{1865A528-3365-45D8-816C-B1CED698EAE2}" dt="2023-09-20T23:03:23.782" v="6893" actId="21"/>
          <ac:spMkLst>
            <pc:docMk/>
            <pc:sldMk cId="2730231476" sldId="295"/>
            <ac:spMk id="14" creationId="{024759C4-CEA2-3DCA-3DB3-B2AAD13B4663}"/>
          </ac:spMkLst>
        </pc:spChg>
        <pc:spChg chg="add del mod">
          <ac:chgData name="원종빈[ 학부재학 / 언어학과 ]" userId="e07aea9e-92ed-4da9-a75e-875ab8ec805f" providerId="ADAL" clId="{1865A528-3365-45D8-816C-B1CED698EAE2}" dt="2023-09-20T23:03:29.233" v="6895" actId="21"/>
          <ac:spMkLst>
            <pc:docMk/>
            <pc:sldMk cId="2730231476" sldId="295"/>
            <ac:spMk id="16" creationId="{E2BCE82E-14AB-A794-DB7A-0EF34F9E90DC}"/>
          </ac:spMkLst>
        </pc:spChg>
        <pc:spChg chg="add mod">
          <ac:chgData name="원종빈[ 학부재학 / 언어학과 ]" userId="e07aea9e-92ed-4da9-a75e-875ab8ec805f" providerId="ADAL" clId="{1865A528-3365-45D8-816C-B1CED698EAE2}" dt="2023-09-20T23:04:04.024" v="6903" actId="1076"/>
          <ac:spMkLst>
            <pc:docMk/>
            <pc:sldMk cId="2730231476" sldId="295"/>
            <ac:spMk id="18" creationId="{D0543AF4-E2FE-E7DC-2DCE-F5734EB27E43}"/>
          </ac:spMkLst>
        </pc:spChg>
        <pc:spChg chg="add mod">
          <ac:chgData name="원종빈[ 학부재학 / 언어학과 ]" userId="e07aea9e-92ed-4da9-a75e-875ab8ec805f" providerId="ADAL" clId="{1865A528-3365-45D8-816C-B1CED698EAE2}" dt="2023-09-20T23:04:20.992" v="6911" actId="1076"/>
          <ac:spMkLst>
            <pc:docMk/>
            <pc:sldMk cId="2730231476" sldId="295"/>
            <ac:spMk id="20" creationId="{E0FCCA47-D074-756E-A87D-0D4CD67439C2}"/>
          </ac:spMkLst>
        </pc:spChg>
        <pc:picChg chg="del">
          <ac:chgData name="원종빈[ 학부재학 / 언어학과 ]" userId="e07aea9e-92ed-4da9-a75e-875ab8ec805f" providerId="ADAL" clId="{1865A528-3365-45D8-816C-B1CED698EAE2}" dt="2023-09-20T23:00:35.789" v="6847" actId="478"/>
          <ac:picMkLst>
            <pc:docMk/>
            <pc:sldMk cId="2730231476" sldId="295"/>
            <ac:picMk id="6" creationId="{6295F865-3EE5-60A3-EB23-91D1B1F6E2A8}"/>
          </ac:picMkLst>
        </pc:picChg>
        <pc:picChg chg="del">
          <ac:chgData name="원종빈[ 학부재학 / 언어학과 ]" userId="e07aea9e-92ed-4da9-a75e-875ab8ec805f" providerId="ADAL" clId="{1865A528-3365-45D8-816C-B1CED698EAE2}" dt="2023-09-20T23:00:41.452" v="6850" actId="478"/>
          <ac:picMkLst>
            <pc:docMk/>
            <pc:sldMk cId="2730231476" sldId="295"/>
            <ac:picMk id="8" creationId="{5E6DE561-6381-78AB-D698-35689841B507}"/>
          </ac:picMkLst>
        </pc:picChg>
        <pc:picChg chg="del">
          <ac:chgData name="원종빈[ 학부재학 / 언어학과 ]" userId="e07aea9e-92ed-4da9-a75e-875ab8ec805f" providerId="ADAL" clId="{1865A528-3365-45D8-816C-B1CED698EAE2}" dt="2023-09-20T23:00:40.167" v="6849" actId="478"/>
          <ac:picMkLst>
            <pc:docMk/>
            <pc:sldMk cId="2730231476" sldId="295"/>
            <ac:picMk id="9" creationId="{E1207A0C-9919-4D91-1866-2AA776B35BF0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23:01:03.602" v="6856" actId="1076"/>
          <ac:picMkLst>
            <pc:docMk/>
            <pc:sldMk cId="2730231476" sldId="295"/>
            <ac:picMk id="10" creationId="{3C80EABF-B6D8-E9E3-F047-25A86B31B721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23:04:14.006" v="6906" actId="1076"/>
          <ac:picMkLst>
            <pc:docMk/>
            <pc:sldMk cId="2730231476" sldId="295"/>
            <ac:picMk id="12" creationId="{AB3BD51F-E5D5-E971-F304-9B25CD9C6E86}"/>
          </ac:picMkLst>
        </pc:picChg>
      </pc:sldChg>
      <pc:sldChg chg="add del">
        <pc:chgData name="원종빈[ 학부재학 / 언어학과 ]" userId="e07aea9e-92ed-4da9-a75e-875ab8ec805f" providerId="ADAL" clId="{1865A528-3365-45D8-816C-B1CED698EAE2}" dt="2023-09-20T18:10:33.935" v="6506" actId="2696"/>
        <pc:sldMkLst>
          <pc:docMk/>
          <pc:sldMk cId="3115953180" sldId="295"/>
        </pc:sldMkLst>
      </pc:sldChg>
      <pc:sldChg chg="modSp new mod">
        <pc:chgData name="원종빈[ 학부재학 / 언어학과 ]" userId="e07aea9e-92ed-4da9-a75e-875ab8ec805f" providerId="ADAL" clId="{1865A528-3365-45D8-816C-B1CED698EAE2}" dt="2023-09-20T23:05:04.607" v="6914"/>
        <pc:sldMkLst>
          <pc:docMk/>
          <pc:sldMk cId="1227013515" sldId="296"/>
        </pc:sldMkLst>
        <pc:spChg chg="mod">
          <ac:chgData name="원종빈[ 학부재학 / 언어학과 ]" userId="e07aea9e-92ed-4da9-a75e-875ab8ec805f" providerId="ADAL" clId="{1865A528-3365-45D8-816C-B1CED698EAE2}" dt="2023-09-20T23:05:04.607" v="6914"/>
          <ac:spMkLst>
            <pc:docMk/>
            <pc:sldMk cId="1227013515" sldId="296"/>
            <ac:spMk id="2" creationId="{EDD949C2-A975-2BC8-5DB1-8413F2F6D582}"/>
          </ac:spMkLst>
        </pc:spChg>
      </pc:sldChg>
      <pc:sldChg chg="modSp add del mod">
        <pc:chgData name="원종빈[ 학부재학 / 언어학과 ]" userId="e07aea9e-92ed-4da9-a75e-875ab8ec805f" providerId="ADAL" clId="{1865A528-3365-45D8-816C-B1CED698EAE2}" dt="2023-09-20T23:04:58.254" v="6912" actId="47"/>
        <pc:sldMkLst>
          <pc:docMk/>
          <pc:sldMk cId="2626253234" sldId="296"/>
        </pc:sldMkLst>
        <pc:spChg chg="mod">
          <ac:chgData name="원종빈[ 학부재학 / 언어학과 ]" userId="e07aea9e-92ed-4da9-a75e-875ab8ec805f" providerId="ADAL" clId="{1865A528-3365-45D8-816C-B1CED698EAE2}" dt="2023-09-20T17:53:46.365" v="6423"/>
          <ac:spMkLst>
            <pc:docMk/>
            <pc:sldMk cId="2626253234" sldId="296"/>
            <ac:spMk id="2" creationId="{F3D1246C-97E5-7AF8-10CB-1EA496D1A919}"/>
          </ac:spMkLst>
        </pc:spChg>
        <pc:spChg chg="mod">
          <ac:chgData name="원종빈[ 학부재학 / 언어학과 ]" userId="e07aea9e-92ed-4da9-a75e-875ab8ec805f" providerId="ADAL" clId="{1865A528-3365-45D8-816C-B1CED698EAE2}" dt="2023-09-20T23:02:22.511" v="6870" actId="20577"/>
          <ac:spMkLst>
            <pc:docMk/>
            <pc:sldMk cId="2626253234" sldId="296"/>
            <ac:spMk id="46" creationId="{C2EA8D42-CB33-8A52-6710-472875C677F7}"/>
          </ac:spMkLst>
        </pc:spChg>
      </pc:sldChg>
      <pc:sldChg chg="addSp delSp modSp new mod">
        <pc:chgData name="원종빈[ 학부재학 / 언어학과 ]" userId="e07aea9e-92ed-4da9-a75e-875ab8ec805f" providerId="ADAL" clId="{1865A528-3365-45D8-816C-B1CED698EAE2}" dt="2023-09-20T23:28:13.336" v="7598" actId="1076"/>
        <pc:sldMkLst>
          <pc:docMk/>
          <pc:sldMk cId="884619597" sldId="297"/>
        </pc:sldMkLst>
        <pc:spChg chg="mod">
          <ac:chgData name="원종빈[ 학부재학 / 언어학과 ]" userId="e07aea9e-92ed-4da9-a75e-875ab8ec805f" providerId="ADAL" clId="{1865A528-3365-45D8-816C-B1CED698EAE2}" dt="2023-09-20T23:14:28.442" v="7458" actId="20577"/>
          <ac:spMkLst>
            <pc:docMk/>
            <pc:sldMk cId="884619597" sldId="297"/>
            <ac:spMk id="2" creationId="{D002BF13-B0BA-0DE4-D6EA-4633899F46AE}"/>
          </ac:spMkLst>
        </pc:spChg>
        <pc:spChg chg="del">
          <ac:chgData name="원종빈[ 학부재학 / 언어학과 ]" userId="e07aea9e-92ed-4da9-a75e-875ab8ec805f" providerId="ADAL" clId="{1865A528-3365-45D8-816C-B1CED698EAE2}" dt="2023-09-20T23:27:38.611" v="7594"/>
          <ac:spMkLst>
            <pc:docMk/>
            <pc:sldMk cId="884619597" sldId="297"/>
            <ac:spMk id="3" creationId="{C44B720F-D6FD-1D97-5C41-C88592648A88}"/>
          </ac:spMkLst>
        </pc:spChg>
        <pc:picChg chg="add mod">
          <ac:chgData name="원종빈[ 학부재학 / 언어학과 ]" userId="e07aea9e-92ed-4da9-a75e-875ab8ec805f" providerId="ADAL" clId="{1865A528-3365-45D8-816C-B1CED698EAE2}" dt="2023-09-20T23:28:13.336" v="7598" actId="1076"/>
          <ac:picMkLst>
            <pc:docMk/>
            <pc:sldMk cId="884619597" sldId="297"/>
            <ac:picMk id="6" creationId="{E7EFC64B-290F-8076-03E7-6357E3C81428}"/>
          </ac:picMkLst>
        </pc:picChg>
        <pc:picChg chg="add mod">
          <ac:chgData name="원종빈[ 학부재학 / 언어학과 ]" userId="e07aea9e-92ed-4da9-a75e-875ab8ec805f" providerId="ADAL" clId="{1865A528-3365-45D8-816C-B1CED698EAE2}" dt="2023-09-20T23:28:09.902" v="7597" actId="1076"/>
          <ac:picMkLst>
            <pc:docMk/>
            <pc:sldMk cId="884619597" sldId="297"/>
            <ac:picMk id="8" creationId="{3999DE9B-7C0D-0D8A-6F2B-A2F2883ADAC1}"/>
          </ac:picMkLst>
        </pc:picChg>
      </pc:sldChg>
      <pc:sldChg chg="new del">
        <pc:chgData name="원종빈[ 학부재학 / 언어학과 ]" userId="e07aea9e-92ed-4da9-a75e-875ab8ec805f" providerId="ADAL" clId="{1865A528-3365-45D8-816C-B1CED698EAE2}" dt="2023-09-20T23:14:16.379" v="7454" actId="680"/>
        <pc:sldMkLst>
          <pc:docMk/>
          <pc:sldMk cId="1480026441" sldId="297"/>
        </pc:sldMkLst>
      </pc:sldChg>
      <pc:sldChg chg="modSp new mod">
        <pc:chgData name="원종빈[ 학부재학 / 언어학과 ]" userId="e07aea9e-92ed-4da9-a75e-875ab8ec805f" providerId="ADAL" clId="{1865A528-3365-45D8-816C-B1CED698EAE2}" dt="2023-09-20T23:27:10.312" v="7551" actId="20577"/>
        <pc:sldMkLst>
          <pc:docMk/>
          <pc:sldMk cId="595225565" sldId="298"/>
        </pc:sldMkLst>
        <pc:spChg chg="mod">
          <ac:chgData name="원종빈[ 학부재학 / 언어학과 ]" userId="e07aea9e-92ed-4da9-a75e-875ab8ec805f" providerId="ADAL" clId="{1865A528-3365-45D8-816C-B1CED698EAE2}" dt="2023-09-20T23:27:10.312" v="7551" actId="20577"/>
          <ac:spMkLst>
            <pc:docMk/>
            <pc:sldMk cId="595225565" sldId="298"/>
            <ac:spMk id="2" creationId="{72CD9F2C-AB30-7C8B-4DBA-2F0E7D442B22}"/>
          </ac:spMkLst>
        </pc:spChg>
      </pc:sldChg>
      <pc:sldChg chg="add">
        <pc:chgData name="원종빈[ 학부재학 / 언어학과 ]" userId="e07aea9e-92ed-4da9-a75e-875ab8ec805f" providerId="ADAL" clId="{1865A528-3365-45D8-816C-B1CED698EAE2}" dt="2023-09-20T23:27:26.696" v="7593"/>
        <pc:sldMkLst>
          <pc:docMk/>
          <pc:sldMk cId="2591175374" sldId="299"/>
        </pc:sldMkLst>
      </pc:sldChg>
      <pc:sldChg chg="modSp new del mod">
        <pc:chgData name="원종빈[ 학부재학 / 언어학과 ]" userId="e07aea9e-92ed-4da9-a75e-875ab8ec805f" providerId="ADAL" clId="{1865A528-3365-45D8-816C-B1CED698EAE2}" dt="2023-09-20T23:32:47.659" v="7767" actId="2696"/>
        <pc:sldMkLst>
          <pc:docMk/>
          <pc:sldMk cId="1194257420" sldId="300"/>
        </pc:sldMkLst>
        <pc:spChg chg="mod">
          <ac:chgData name="원종빈[ 학부재학 / 언어학과 ]" userId="e07aea9e-92ed-4da9-a75e-875ab8ec805f" providerId="ADAL" clId="{1865A528-3365-45D8-816C-B1CED698EAE2}" dt="2023-09-20T23:28:39.490" v="7601" actId="20577"/>
          <ac:spMkLst>
            <pc:docMk/>
            <pc:sldMk cId="1194257420" sldId="300"/>
            <ac:spMk id="2" creationId="{88847A4F-6620-4471-15A9-76F2B9E84BD4}"/>
          </ac:spMkLst>
        </pc:spChg>
        <pc:spChg chg="mod">
          <ac:chgData name="원종빈[ 학부재학 / 언어학과 ]" userId="e07aea9e-92ed-4da9-a75e-875ab8ec805f" providerId="ADAL" clId="{1865A528-3365-45D8-816C-B1CED698EAE2}" dt="2023-09-20T23:28:53.598" v="7610" actId="20577"/>
          <ac:spMkLst>
            <pc:docMk/>
            <pc:sldMk cId="1194257420" sldId="300"/>
            <ac:spMk id="3" creationId="{AB3C024D-D0D1-DECD-E62E-DF739A3A70C3}"/>
          </ac:spMkLst>
        </pc:spChg>
      </pc:sldChg>
      <pc:sldChg chg="modSp add mod">
        <pc:chgData name="원종빈[ 학부재학 / 언어학과 ]" userId="e07aea9e-92ed-4da9-a75e-875ab8ec805f" providerId="ADAL" clId="{1865A528-3365-45D8-816C-B1CED698EAE2}" dt="2023-09-20T23:40:25.166" v="8698" actId="20577"/>
        <pc:sldMkLst>
          <pc:docMk/>
          <pc:sldMk cId="3293744203" sldId="301"/>
        </pc:sldMkLst>
        <pc:spChg chg="mod">
          <ac:chgData name="원종빈[ 학부재학 / 언어학과 ]" userId="e07aea9e-92ed-4da9-a75e-875ab8ec805f" providerId="ADAL" clId="{1865A528-3365-45D8-816C-B1CED698EAE2}" dt="2023-09-20T23:32:51.409" v="7768"/>
          <ac:spMkLst>
            <pc:docMk/>
            <pc:sldMk cId="3293744203" sldId="301"/>
            <ac:spMk id="2" creationId="{10B3DF91-F1E9-C324-9032-3CD476DFDCCE}"/>
          </ac:spMkLst>
        </pc:spChg>
        <pc:spChg chg="mod">
          <ac:chgData name="원종빈[ 학부재학 / 언어학과 ]" userId="e07aea9e-92ed-4da9-a75e-875ab8ec805f" providerId="ADAL" clId="{1865A528-3365-45D8-816C-B1CED698EAE2}" dt="2023-09-20T23:40:25.166" v="8698" actId="20577"/>
          <ac:spMkLst>
            <pc:docMk/>
            <pc:sldMk cId="3293744203" sldId="301"/>
            <ac:spMk id="6" creationId="{F71FE48B-D124-F80E-29C4-CF12EA0FC6C0}"/>
          </ac:spMkLst>
        </pc:spChg>
      </pc:sldChg>
      <pc:sldChg chg="modSp new mod">
        <pc:chgData name="원종빈[ 학부재학 / 언어학과 ]" userId="e07aea9e-92ed-4da9-a75e-875ab8ec805f" providerId="ADAL" clId="{1865A528-3365-45D8-816C-B1CED698EAE2}" dt="2023-09-20T23:36:41.003" v="8458" actId="20577"/>
        <pc:sldMkLst>
          <pc:docMk/>
          <pc:sldMk cId="2560385155" sldId="302"/>
        </pc:sldMkLst>
        <pc:spChg chg="mod">
          <ac:chgData name="원종빈[ 학부재학 / 언어학과 ]" userId="e07aea9e-92ed-4da9-a75e-875ab8ec805f" providerId="ADAL" clId="{1865A528-3365-45D8-816C-B1CED698EAE2}" dt="2023-09-20T23:34:10.725" v="7770"/>
          <ac:spMkLst>
            <pc:docMk/>
            <pc:sldMk cId="2560385155" sldId="302"/>
            <ac:spMk id="2" creationId="{3321216B-8C9A-6F83-1467-EC0DB4D4636D}"/>
          </ac:spMkLst>
        </pc:spChg>
        <pc:spChg chg="mod">
          <ac:chgData name="원종빈[ 학부재학 / 언어학과 ]" userId="e07aea9e-92ed-4da9-a75e-875ab8ec805f" providerId="ADAL" clId="{1865A528-3365-45D8-816C-B1CED698EAE2}" dt="2023-09-20T23:36:41.003" v="8458" actId="20577"/>
          <ac:spMkLst>
            <pc:docMk/>
            <pc:sldMk cId="2560385155" sldId="302"/>
            <ac:spMk id="3" creationId="{55097A53-41B2-5638-4D54-B0F7CBF9B1F3}"/>
          </ac:spMkLst>
        </pc:spChg>
      </pc:sldChg>
      <pc:sldMasterChg chg="add addSldLayout">
        <pc:chgData name="원종빈[ 학부재학 / 언어학과 ]" userId="e07aea9e-92ed-4da9-a75e-875ab8ec805f" providerId="ADAL" clId="{1865A528-3365-45D8-816C-B1CED698EAE2}" dt="2023-09-20T23:27:26.688" v="7592" actId="27028"/>
        <pc:sldMasterMkLst>
          <pc:docMk/>
          <pc:sldMasterMk cId="1217815699" sldId="2147483648"/>
        </pc:sldMasterMkLst>
        <pc:sldLayoutChg chg="add">
          <pc:chgData name="원종빈[ 학부재학 / 언어학과 ]" userId="e07aea9e-92ed-4da9-a75e-875ab8ec805f" providerId="ADAL" clId="{1865A528-3365-45D8-816C-B1CED698EAE2}" dt="2023-09-20T13:29:49.302" v="1058" actId="27028"/>
          <pc:sldLayoutMkLst>
            <pc:docMk/>
            <pc:sldMasterMk cId="1217815699" sldId="2147483648"/>
            <pc:sldLayoutMk cId="3271689274" sldId="2147483650"/>
          </pc:sldLayoutMkLst>
        </pc:sldLayoutChg>
        <pc:sldLayoutChg chg="add">
          <pc:chgData name="원종빈[ 학부재학 / 언어학과 ]" userId="e07aea9e-92ed-4da9-a75e-875ab8ec805f" providerId="ADAL" clId="{1865A528-3365-45D8-816C-B1CED698EAE2}" dt="2023-09-20T23:27:26.688" v="7592" actId="27028"/>
          <pc:sldLayoutMkLst>
            <pc:docMk/>
            <pc:sldMasterMk cId="1217815699" sldId="2147483648"/>
            <pc:sldLayoutMk cId="2270260359" sldId="2147483651"/>
          </pc:sldLayoutMkLst>
        </pc:sldLayoutChg>
      </pc:sldMasterChg>
      <pc:sldMasterChg chg="replId modSldLayout">
        <pc:chgData name="원종빈[ 학부재학 / 언어학과 ]" userId="e07aea9e-92ed-4da9-a75e-875ab8ec805f" providerId="ADAL" clId="{1865A528-3365-45D8-816C-B1CED698EAE2}" dt="2023-09-20T23:27:26.688" v="7592" actId="27028"/>
        <pc:sldMasterMkLst>
          <pc:docMk/>
          <pc:sldMasterMk cId="2777618714" sldId="2147483660"/>
        </pc:sldMasterMkLst>
        <pc:sldLayoutChg chg="replId">
          <pc:chgData name="원종빈[ 학부재학 / 언어학과 ]" userId="e07aea9e-92ed-4da9-a75e-875ab8ec805f" providerId="ADAL" clId="{1865A528-3365-45D8-816C-B1CED698EAE2}" dt="2023-09-20T13:29:49.302" v="1058" actId="27028"/>
          <pc:sldLayoutMkLst>
            <pc:docMk/>
            <pc:sldMasterMk cId="2777618714" sldId="2147483660"/>
            <pc:sldLayoutMk cId="3723364684" sldId="2147483661"/>
          </pc:sldLayoutMkLst>
        </pc:sldLayoutChg>
        <pc:sldLayoutChg chg="replId">
          <pc:chgData name="원종빈[ 학부재학 / 언어학과 ]" userId="e07aea9e-92ed-4da9-a75e-875ab8ec805f" providerId="ADAL" clId="{1865A528-3365-45D8-816C-B1CED698EAE2}" dt="2023-09-20T23:27:26.688" v="7592" actId="27028"/>
          <pc:sldLayoutMkLst>
            <pc:docMk/>
            <pc:sldMasterMk cId="2777618714" sldId="2147483660"/>
            <pc:sldLayoutMk cId="48883937" sldId="2147483662"/>
          </pc:sldLayoutMkLst>
        </pc:sldLayoutChg>
      </pc:sldMasterChg>
    </pc:docChg>
  </pc:docChgLst>
  <pc:docChgLst>
    <pc:chgData name="원종빈[ 학부재학 / 언어학과 ]" userId="e07aea9e-92ed-4da9-a75e-875ab8ec805f" providerId="ADAL" clId="{11B60F04-8A1F-4445-87A9-9F6167518788}"/>
    <pc:docChg chg="undo custSel addSld modSld">
      <pc:chgData name="원종빈[ 학부재학 / 언어학과 ]" userId="e07aea9e-92ed-4da9-a75e-875ab8ec805f" providerId="ADAL" clId="{11B60F04-8A1F-4445-87A9-9F6167518788}" dt="2023-09-20T03:49:08.205" v="1515" actId="20577"/>
      <pc:docMkLst>
        <pc:docMk/>
      </pc:docMkLst>
      <pc:sldChg chg="addSp modSp mod">
        <pc:chgData name="원종빈[ 학부재학 / 언어학과 ]" userId="e07aea9e-92ed-4da9-a75e-875ab8ec805f" providerId="ADAL" clId="{11B60F04-8A1F-4445-87A9-9F6167518788}" dt="2023-09-20T03:44:51.393" v="1190" actId="1076"/>
        <pc:sldMkLst>
          <pc:docMk/>
          <pc:sldMk cId="1542910593" sldId="256"/>
        </pc:sldMkLst>
        <pc:spChg chg="mod">
          <ac:chgData name="원종빈[ 학부재학 / 언어학과 ]" userId="e07aea9e-92ed-4da9-a75e-875ab8ec805f" providerId="ADAL" clId="{11B60F04-8A1F-4445-87A9-9F6167518788}" dt="2023-09-20T03:43:27.609" v="1067" actId="20577"/>
          <ac:spMkLst>
            <pc:docMk/>
            <pc:sldMk cId="1542910593" sldId="256"/>
            <ac:spMk id="2" creationId="{775565D4-2FFE-6D15-0028-57262E09F969}"/>
          </ac:spMkLst>
        </pc:spChg>
        <pc:spChg chg="mod">
          <ac:chgData name="원종빈[ 학부재학 / 언어학과 ]" userId="e07aea9e-92ed-4da9-a75e-875ab8ec805f" providerId="ADAL" clId="{11B60F04-8A1F-4445-87A9-9F6167518788}" dt="2023-09-20T03:43:44.717" v="1109" actId="207"/>
          <ac:spMkLst>
            <pc:docMk/>
            <pc:sldMk cId="1542910593" sldId="256"/>
            <ac:spMk id="3" creationId="{3C65C38E-E5BA-C7B8-9086-DEC85DAEF8A2}"/>
          </ac:spMkLst>
        </pc:spChg>
        <pc:spChg chg="add mod">
          <ac:chgData name="원종빈[ 학부재학 / 언어학과 ]" userId="e07aea9e-92ed-4da9-a75e-875ab8ec805f" providerId="ADAL" clId="{11B60F04-8A1F-4445-87A9-9F6167518788}" dt="2023-09-20T03:44:51.393" v="1190" actId="1076"/>
          <ac:spMkLst>
            <pc:docMk/>
            <pc:sldMk cId="1542910593" sldId="256"/>
            <ac:spMk id="5" creationId="{65656D7A-CD5B-E14F-5737-6F9769CF9E1D}"/>
          </ac:spMkLst>
        </pc:spChg>
      </pc:sldChg>
      <pc:sldChg chg="modSp new mod">
        <pc:chgData name="원종빈[ 학부재학 / 언어학과 ]" userId="e07aea9e-92ed-4da9-a75e-875ab8ec805f" providerId="ADAL" clId="{11B60F04-8A1F-4445-87A9-9F6167518788}" dt="2023-09-20T03:46:45.264" v="1310" actId="5793"/>
        <pc:sldMkLst>
          <pc:docMk/>
          <pc:sldMk cId="1474149068" sldId="260"/>
        </pc:sldMkLst>
        <pc:spChg chg="mod">
          <ac:chgData name="원종빈[ 학부재학 / 언어학과 ]" userId="e07aea9e-92ed-4da9-a75e-875ab8ec805f" providerId="ADAL" clId="{11B60F04-8A1F-4445-87A9-9F6167518788}" dt="2023-09-18T00:31:13.917" v="7" actId="20577"/>
          <ac:spMkLst>
            <pc:docMk/>
            <pc:sldMk cId="1474149068" sldId="260"/>
            <ac:spMk id="2" creationId="{3EFDA9F1-3A0B-E841-AD8C-7608C3803033}"/>
          </ac:spMkLst>
        </pc:spChg>
        <pc:spChg chg="mod">
          <ac:chgData name="원종빈[ 학부재학 / 언어학과 ]" userId="e07aea9e-92ed-4da9-a75e-875ab8ec805f" providerId="ADAL" clId="{11B60F04-8A1F-4445-87A9-9F6167518788}" dt="2023-09-20T03:46:45.264" v="1310" actId="5793"/>
          <ac:spMkLst>
            <pc:docMk/>
            <pc:sldMk cId="1474149068" sldId="260"/>
            <ac:spMk id="3" creationId="{B945FD3B-739D-E48B-BA80-9CF7AA1D86B9}"/>
          </ac:spMkLst>
        </pc:spChg>
      </pc:sldChg>
      <pc:sldChg chg="modSp new mod">
        <pc:chgData name="원종빈[ 학부재학 / 언어학과 ]" userId="e07aea9e-92ed-4da9-a75e-875ab8ec805f" providerId="ADAL" clId="{11B60F04-8A1F-4445-87A9-9F6167518788}" dt="2023-09-18T02:42:04.602" v="1044" actId="20577"/>
        <pc:sldMkLst>
          <pc:docMk/>
          <pc:sldMk cId="253850632" sldId="261"/>
        </pc:sldMkLst>
        <pc:spChg chg="mod">
          <ac:chgData name="원종빈[ 학부재학 / 언어학과 ]" userId="e07aea9e-92ed-4da9-a75e-875ab8ec805f" providerId="ADAL" clId="{11B60F04-8A1F-4445-87A9-9F6167518788}" dt="2023-09-18T00:46:46.933" v="818" actId="20577"/>
          <ac:spMkLst>
            <pc:docMk/>
            <pc:sldMk cId="253850632" sldId="261"/>
            <ac:spMk id="2" creationId="{EEBEC480-7AE6-FDBD-BD7C-56EAAA1A3ED8}"/>
          </ac:spMkLst>
        </pc:spChg>
        <pc:spChg chg="mod">
          <ac:chgData name="원종빈[ 학부재학 / 언어학과 ]" userId="e07aea9e-92ed-4da9-a75e-875ab8ec805f" providerId="ADAL" clId="{11B60F04-8A1F-4445-87A9-9F6167518788}" dt="2023-09-18T02:42:04.602" v="1044" actId="20577"/>
          <ac:spMkLst>
            <pc:docMk/>
            <pc:sldMk cId="253850632" sldId="261"/>
            <ac:spMk id="3" creationId="{8FB88C35-799E-16D0-45CA-C4AC1B16EF38}"/>
          </ac:spMkLst>
        </pc:spChg>
      </pc:sldChg>
      <pc:sldChg chg="modSp new mod">
        <pc:chgData name="원종빈[ 학부재학 / 언어학과 ]" userId="e07aea9e-92ed-4da9-a75e-875ab8ec805f" providerId="ADAL" clId="{11B60F04-8A1F-4445-87A9-9F6167518788}" dt="2023-09-20T03:49:08.205" v="1515" actId="20577"/>
        <pc:sldMkLst>
          <pc:docMk/>
          <pc:sldMk cId="1774494767" sldId="262"/>
        </pc:sldMkLst>
        <pc:spChg chg="mod">
          <ac:chgData name="원종빈[ 학부재학 / 언어학과 ]" userId="e07aea9e-92ed-4da9-a75e-875ab8ec805f" providerId="ADAL" clId="{11B60F04-8A1F-4445-87A9-9F6167518788}" dt="2023-09-20T03:46:54.121" v="1314" actId="20577"/>
          <ac:spMkLst>
            <pc:docMk/>
            <pc:sldMk cId="1774494767" sldId="262"/>
            <ac:spMk id="2" creationId="{090DF042-7606-1557-C44D-796AB92ED62D}"/>
          </ac:spMkLst>
        </pc:spChg>
        <pc:spChg chg="mod">
          <ac:chgData name="원종빈[ 학부재학 / 언어학과 ]" userId="e07aea9e-92ed-4da9-a75e-875ab8ec805f" providerId="ADAL" clId="{11B60F04-8A1F-4445-87A9-9F6167518788}" dt="2023-09-20T03:49:08.205" v="1515" actId="20577"/>
          <ac:spMkLst>
            <pc:docMk/>
            <pc:sldMk cId="1774494767" sldId="262"/>
            <ac:spMk id="3" creationId="{C9325F10-BBAB-F83A-2650-AF30B242F3B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20T17:42:20.1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1,'5'0,"7"0,2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20T17:42:21.1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1,'759'0,"-734"0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20T17:49:37.5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20T17:49:42.6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93,'21'7,"0"-1,0-1,1 0,0-2,0 0,-1-2,34-1,-24 0,25 2,259-5,-283-2,-1 0,46-15,-50 11,0 2,0 1,55-4,99 13,90-5,-185-12,16 0,523 10,-321 7,806-3,-1056-2,63-12,-62 6,58 0,829 9,-916-1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7FF64-B1DF-4638-B2B7-E893E1B86B18}" type="datetimeFigureOut">
              <a:rPr lang="ko-KR" altLang="en-US" smtClean="0"/>
              <a:t>2023-09-20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5900E6-3667-4B71-89CC-03E0617F48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073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900E6-3667-4B71-89CC-03E0617F483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922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당연히 활성화함수들의 종류도 다양한데요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위의 세 함수는 책에서 소개한 함수들이고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아래 두 함수는 제가 따로 도입한 함수들입니다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그렇다면 다양한 활성화 함수들 중 가장 성능이 우수한 함수가 어떤 것일지 한번 같이 살펴보겠습니다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311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347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실험 결과는 다음과 같습니다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데이터셋별</a:t>
            </a:r>
            <a:r>
              <a:rPr lang="en-US" altLang="ko-KR" dirty="0"/>
              <a:t>/</a:t>
            </a:r>
            <a:r>
              <a:rPr lang="ko-KR" altLang="en-US" dirty="0"/>
              <a:t>활성화함수별 정확도 비교를 진행하기 전에</a:t>
            </a:r>
            <a:r>
              <a:rPr lang="en-US" altLang="ko-KR" dirty="0"/>
              <a:t>,</a:t>
            </a:r>
            <a:r>
              <a:rPr lang="ko-KR" altLang="en-US" dirty="0"/>
              <a:t>한 가지 재밌는 점은</a:t>
            </a:r>
            <a:r>
              <a:rPr lang="en-US" altLang="ko-KR" dirty="0"/>
              <a:t>, </a:t>
            </a:r>
            <a:r>
              <a:rPr lang="ko-KR" altLang="en-US" dirty="0"/>
              <a:t>여타 데이터셋들에 비해서 </a:t>
            </a:r>
            <a:r>
              <a:rPr lang="en-US" altLang="ko-KR" dirty="0"/>
              <a:t>MNIST </a:t>
            </a:r>
            <a:r>
              <a:rPr lang="ko-KR" altLang="en-US" dirty="0"/>
              <a:t>데이터셋은 굉장히 </a:t>
            </a:r>
            <a:r>
              <a:rPr lang="ko-KR" altLang="en-US" dirty="0" err="1"/>
              <a:t>단조적인</a:t>
            </a:r>
            <a:r>
              <a:rPr lang="ko-KR" altLang="en-US" dirty="0"/>
              <a:t> 학습 곡선을 보여준다는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학습을 진행할 수록 정확도 하락 없이 꾸준한 성능향상을 보여준다는 점에서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MNIST </a:t>
            </a:r>
            <a:r>
              <a:rPr lang="ko-KR" altLang="en-US" dirty="0"/>
              <a:t>데이터셋이 너무 쉽고</a:t>
            </a:r>
            <a:r>
              <a:rPr lang="en-US" altLang="ko-KR" dirty="0"/>
              <a:t>, </a:t>
            </a:r>
            <a:r>
              <a:rPr lang="ko-KR" altLang="en-US" dirty="0"/>
              <a:t>또 현대 </a:t>
            </a:r>
            <a:r>
              <a:rPr lang="ko-KR" altLang="en-US" dirty="0" err="1"/>
              <a:t>컴퓨터비젼</a:t>
            </a:r>
            <a:r>
              <a:rPr lang="ko-KR" altLang="en-US" dirty="0"/>
              <a:t> 문제에 적합하지 않다는 것을 보여준다고 할 수 있을 것 같습니다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282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881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따라서 앞으로는 </a:t>
            </a:r>
            <a:r>
              <a:rPr lang="en-US" altLang="ko-KR" dirty="0"/>
              <a:t>leaky </a:t>
            </a:r>
            <a:r>
              <a:rPr lang="en-US" altLang="ko-KR" dirty="0" err="1"/>
              <a:t>ReLU</a:t>
            </a:r>
            <a:r>
              <a:rPr lang="en-US" altLang="ko-KR" dirty="0"/>
              <a:t> </a:t>
            </a:r>
            <a:r>
              <a:rPr lang="ko-KR" altLang="en-US" dirty="0"/>
              <a:t>계열의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244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따라서 앞으로는 </a:t>
            </a:r>
            <a:r>
              <a:rPr lang="en-US" altLang="ko-KR" dirty="0"/>
              <a:t>leaky </a:t>
            </a:r>
            <a:r>
              <a:rPr lang="en-US" altLang="ko-KR" dirty="0" err="1"/>
              <a:t>ReLU</a:t>
            </a:r>
            <a:r>
              <a:rPr lang="en-US" altLang="ko-KR" dirty="0"/>
              <a:t> </a:t>
            </a:r>
            <a:r>
              <a:rPr lang="ko-KR" altLang="en-US" dirty="0"/>
              <a:t>계열의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761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900E6-3667-4B71-89CC-03E0617F483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2284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900E6-3667-4B71-89CC-03E0617F483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714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900E6-3667-4B71-89CC-03E0617F483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136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680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68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25E31F-E6AB-6EBC-682E-44ECE6BB8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59E656-5E3A-D407-0C7F-783BBC91E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23948C-A54F-52EE-8119-43D0F5E4B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66DB-73D9-4793-BCCB-7FF4F4161C40}" type="datetime1">
              <a:rPr lang="ko-KR" altLang="en-US" smtClean="0"/>
              <a:t>2023-09-20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F8950F-39D7-85D0-EA7E-E48FFE36E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61F716-D70B-39F3-7931-A3223DE6D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385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B5165F-EC64-3F4F-13E3-74155D0C3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EA15E2-6753-BFB4-61E4-E32AF3FFE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7BEB0A-2F50-EC5A-3E72-BD05994B7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35F4E-3031-47EC-A1FE-176835DE91C8}" type="datetime1">
              <a:rPr lang="ko-KR" altLang="en-US" smtClean="0"/>
              <a:t>2023-09-20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DB4900-86EC-0AF3-6E47-B5D9E3619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9764-642F-7478-E59A-A86AA6BA9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364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7D212-3E70-F9B7-3DD0-DF526286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962254-1121-C7BB-45EF-88C56CFEC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18E1D4-1BD1-D7F9-37CE-533D9A3B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E121B-6C23-49F1-B649-D3CE85795406}" type="datetime1">
              <a:rPr lang="ko-KR" altLang="en-US" smtClean="0"/>
              <a:t>2023-09-20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562C07-C6E0-FFE1-6374-5F102EA1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43ADBB-1EA4-2AF8-CE59-AC1D1655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8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36C470-65B1-82B9-F56A-E61F4AE62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50EB00-446D-58C9-3998-C32ECAD8A6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06C2F7-8498-7635-B1E4-11479738C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6405A1-B4A9-BFA6-DBD9-FB5F9E82E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CB66-D4B1-4F98-927B-9F1BEE95D03D}" type="datetime1">
              <a:rPr lang="ko-KR" altLang="en-US" smtClean="0"/>
              <a:t>2023-09-20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0B9FC2-EB01-DC80-656C-84787C457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7EE793-4BDF-85B4-5DAC-A8DF31327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63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1D58A-F5EF-A8F5-6784-6E8BF24F2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40A929-5F14-82B5-708C-900A143CC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4945C3-B11D-72C2-B851-C46CB8386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FB175D-0CFC-FE85-2B05-EB092D2179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CE0A39C-C793-DCEB-7707-6B271F98F6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D37A04-A80A-D607-2E79-8D4AD004A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6D573-472F-4197-9B0E-476FA3CFBFF9}" type="datetime1">
              <a:rPr lang="ko-KR" altLang="en-US" smtClean="0"/>
              <a:t>2023-09-20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DFCFE8-E92B-7E4F-0E27-269DF6B90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667C985-3383-F289-B4CB-41EB23F28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173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B9E80-B1CD-2C6F-D373-70320BF3F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238610-191A-BECF-5445-A93017F7C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86D0A-2817-4D19-B8DD-4E209822AF32}" type="datetime1">
              <a:rPr lang="ko-KR" altLang="en-US" smtClean="0"/>
              <a:t>2023-09-20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28ABAF-D774-F37C-739B-9D5DEF649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F2AFC1-91CD-EDE2-7292-868F5075B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512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714812-4841-1656-0CA1-658F476BC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57516-6863-4CAA-A5A6-D3FEE60195B2}" type="datetime1">
              <a:rPr lang="ko-KR" altLang="en-US" smtClean="0"/>
              <a:t>2023-09-20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9E7D60-5FFC-22A4-9EC3-F2AD88917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EA3F01-CE9A-64BB-AA46-8305FABDF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812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F0A02-002B-A65A-0FF6-7FEC5CB6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F82579-6B7A-F476-413F-D25B273B7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93E288-DA81-F03E-728C-9D5748721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73B03E-4BC3-309A-7112-7E8F8FC74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2C558-DCA0-487B-B0D0-F206E9C1C74A}" type="datetime1">
              <a:rPr lang="ko-KR" altLang="en-US" smtClean="0"/>
              <a:t>2023-09-20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A64123-866D-B200-21FD-B73B6D2F5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06CFFA-CF82-DDD7-16D2-BBFA36AC0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864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93A7CA-B0AC-E946-D985-0E7A26E5D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3CAB72-C65B-846B-68BB-AAF3136EB6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15EBA0-8C82-8320-6346-FCA266380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54C8A2-C2D7-43C1-7B0D-BCA0D24D6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5601D-DD2D-4A2A-A122-396A0D4F1FE7}" type="datetime1">
              <a:rPr lang="ko-KR" altLang="en-US" smtClean="0"/>
              <a:t>2023-09-20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8803C4-EFFF-C369-88F6-597A5BBEF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DE21A0-013A-DDED-3491-F38A6B76D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888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5AAC2C-9CD0-475D-2D66-3C2073C5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A81FA7-B181-A9EC-752E-ED0E0934D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6502B5-476B-8739-473D-3C729CE7C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3A91C-5E1F-4B2E-B359-64EC4048CEB2}" type="datetime1">
              <a:rPr lang="ko-KR" altLang="en-US" smtClean="0"/>
              <a:t>2023-09-20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D2B95D-3D91-3780-6EBE-548F074E0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6921D9-A9B7-18FE-68A3-EC8F559A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713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655F63E-D557-5557-DCD3-E16EBF9C0A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3C8DC3-C7E2-2654-2410-FAA143735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D31424-BC9E-3FDA-37F5-CB1FC9C99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701AD-8207-458E-8C74-C09DC933E250}" type="datetime1">
              <a:rPr lang="ko-KR" altLang="en-US" smtClean="0"/>
              <a:t>2023-09-20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515238-5E79-5164-0878-1B7D6BDD8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CEAEC4-F4B4-A632-F41C-2FAF2150F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723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CC275C-46B5-6528-81EE-4D57E7C66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DCA1D7-8B9B-87E0-F2B2-85971A8B7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3E37B6-DCA1-8C3B-97B8-18E25944F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61435-8583-41C4-8B0D-98389B1BBD83}" type="datetime1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B97E35-5CF5-D7B3-E61E-DC48BF6B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1650CB-25F6-75A1-B5A5-AD5AC3E3D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260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48C277-E08D-4CEB-0CF2-BDD260FD1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37CDA8-64A1-A310-6E77-F4DCB6B2B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F8268B-D357-94E4-B07E-77AE1BD31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9DFCB-E384-40AB-AA39-10522B636785}" type="datetime1">
              <a:rPr lang="ko-KR" altLang="en-US" smtClean="0"/>
              <a:t>2023-09-20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05B348-1135-44F1-C3F6-17E07ED15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35503C-373A-2CC0-BB74-3381A71E3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689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E99C13F-39CF-EA0C-65A2-1B13BB4A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7ABC2B-8557-3D29-1202-C079EEAEA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CA7C35-C666-71DB-EB89-EF72177DE7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56681-1D26-4647-B360-8AC960627D71}" type="datetime1">
              <a:rPr lang="ko-KR" altLang="en-US" smtClean="0"/>
              <a:t>2023-09-20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4DDD17-4086-0324-3475-1FCC366CD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272B14-712A-5736-A83C-A86548E86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4C0B5-FE02-4F73-8EFF-F9E0EA45C4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618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38142A-ED6B-0242-F89A-A921A681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B36476-20DB-5517-65D7-123627DF3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3045E1-B3E9-E0AD-3C55-EBDF05E41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60009-64FE-40B8-B920-8FFCBC61DF2D}" type="datetime1">
              <a:rPr lang="ko-KR" altLang="en-US" smtClean="0"/>
              <a:t>2023-09-20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AD1292-88E2-821C-ECCB-03BCB8AB1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33ACE5-FF4F-119E-D342-6B4E653AD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4ECE6-60FC-4EDA-9935-27D3266B01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8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37.png"/><Relationship Id="rId5" Type="http://schemas.openxmlformats.org/officeDocument/2006/relationships/image" Target="../media/image34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565D4-2FFE-6D15-0028-57262E09F9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&lt; </a:t>
            </a:r>
            <a:r>
              <a:rPr lang="ko-KR" altLang="en-US" dirty="0"/>
              <a:t>밑바닥부터 딥러닝 </a:t>
            </a:r>
            <a:r>
              <a:rPr lang="en-US" altLang="ko-KR" dirty="0"/>
              <a:t>I &gt;</a:t>
            </a:r>
            <a:br>
              <a:rPr lang="en-US" altLang="ko-KR" dirty="0"/>
            </a:br>
            <a:r>
              <a:rPr lang="ko-KR" altLang="en-US" dirty="0"/>
              <a:t>실험</a:t>
            </a:r>
            <a:r>
              <a:rPr lang="en-US" altLang="ko-KR" dirty="0"/>
              <a:t>/</a:t>
            </a:r>
            <a:r>
              <a:rPr lang="ko-KR" altLang="en-US" dirty="0"/>
              <a:t>연구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65C38E-E5BA-C7B8-9086-DEC85DAEF8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</a:rPr>
              <a:t>-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</a:rPr>
              <a:t>구현과 비교를 중심으로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</a:rPr>
              <a:t>-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722FEA-F777-1FC5-2799-A14005E4A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656D7A-CD5B-E14F-5737-6F9769CF9E1D}"/>
              </a:ext>
            </a:extLst>
          </p:cNvPr>
          <p:cNvSpPr txBox="1"/>
          <p:nvPr/>
        </p:nvSpPr>
        <p:spPr>
          <a:xfrm>
            <a:off x="7844118" y="4749968"/>
            <a:ext cx="35096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dirty="0"/>
              <a:t>2018131605</a:t>
            </a:r>
          </a:p>
          <a:p>
            <a:pPr algn="r"/>
            <a:r>
              <a:rPr lang="ko-KR" altLang="en-US" sz="2000" dirty="0"/>
              <a:t>언어학과</a:t>
            </a:r>
            <a:r>
              <a:rPr lang="en-US" altLang="ko-KR" sz="2000" dirty="0"/>
              <a:t>/</a:t>
            </a:r>
            <a:r>
              <a:rPr lang="ko-KR" altLang="en-US" sz="2000" dirty="0"/>
              <a:t>인공지능 융합전공</a:t>
            </a:r>
            <a:endParaRPr lang="en-US" altLang="ko-KR" sz="2000" dirty="0"/>
          </a:p>
          <a:p>
            <a:pPr algn="r"/>
            <a:r>
              <a:rPr lang="ko-KR" altLang="en-US" sz="2000" dirty="0"/>
              <a:t>원종빈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2910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FDA9F1-3A0B-E841-AD8C-7608C3803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u="sng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45FD3B-739D-E48B-BA80-9CF7AA1D8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ko-KR" altLang="en-US" u="sng" dirty="0" err="1"/>
              <a:t>퍼셉트론과</a:t>
            </a:r>
            <a:r>
              <a:rPr lang="ko-KR" altLang="en-US" u="sng" dirty="0"/>
              <a:t> </a:t>
            </a:r>
            <a:r>
              <a:rPr lang="en-US" altLang="ko-KR" u="sng" dirty="0"/>
              <a:t>MLP</a:t>
            </a:r>
          </a:p>
          <a:p>
            <a:pPr marL="971550" lvl="1" indent="-514350">
              <a:buAutoNum type="arabicPeriod"/>
            </a:pPr>
            <a:endParaRPr lang="en-US" altLang="ko-KR" u="sng" dirty="0"/>
          </a:p>
          <a:p>
            <a:pPr marL="514350" indent="-514350">
              <a:buAutoNum type="arabicPeriod"/>
            </a:pPr>
            <a:r>
              <a:rPr lang="ko-KR" altLang="en-US" u="sng" dirty="0"/>
              <a:t>학습 관련 기법들</a:t>
            </a:r>
            <a:endParaRPr lang="en-US" altLang="ko-KR" u="sng" dirty="0"/>
          </a:p>
          <a:p>
            <a:pPr marL="971550" lvl="1" indent="-514350">
              <a:buAutoNum type="arabicPeriod"/>
            </a:pPr>
            <a:endParaRPr lang="en-US" altLang="ko-KR" u="sng" dirty="0"/>
          </a:p>
          <a:p>
            <a:pPr marL="514350" indent="-514350">
              <a:buAutoNum type="arabicPeriod"/>
            </a:pPr>
            <a:r>
              <a:rPr lang="en-US" altLang="ko-KR" u="sng" dirty="0"/>
              <a:t>from MLP to CNN</a:t>
            </a:r>
          </a:p>
          <a:p>
            <a:pPr marL="971550" lvl="1" indent="-514350">
              <a:buAutoNum type="arabicPeriod"/>
            </a:pPr>
            <a:endParaRPr lang="en-US" altLang="ko-KR" u="sng" dirty="0"/>
          </a:p>
          <a:p>
            <a:pPr marL="514350" indent="-514350">
              <a:buAutoNum type="arabicPeriod"/>
            </a:pPr>
            <a:r>
              <a:rPr lang="ko-KR" altLang="en-US" u="sng" dirty="0" err="1"/>
              <a:t>느낀점</a:t>
            </a:r>
            <a:r>
              <a:rPr lang="ko-KR" altLang="en-US" u="sng" dirty="0"/>
              <a:t> 및 추가 연구주제</a:t>
            </a:r>
            <a:endParaRPr lang="en-US" altLang="ko-KR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FB0F79-22B6-D39E-DD2F-5C4178D9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149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DF042-7606-1557-C44D-796AB92ED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1. </a:t>
            </a:r>
            <a:r>
              <a:rPr lang="ko-KR" altLang="en-US" u="sng" dirty="0" err="1"/>
              <a:t>퍼셉트론과</a:t>
            </a:r>
            <a:r>
              <a:rPr lang="ko-KR" altLang="en-US" u="sng" dirty="0"/>
              <a:t> </a:t>
            </a:r>
            <a:r>
              <a:rPr lang="en-US" altLang="ko-KR" u="sng" dirty="0"/>
              <a:t>MLP</a:t>
            </a:r>
            <a:br>
              <a:rPr lang="en-US" altLang="ko-KR" u="sng" dirty="0"/>
            </a:br>
            <a:endParaRPr lang="ko-KR" altLang="en-US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9325F10-BBAB-F83A-2650-AF30B242F3B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1.1. </a:t>
                </a:r>
                <a:r>
                  <a:rPr lang="ko-KR" altLang="en-US" dirty="0" err="1"/>
                  <a:t>미분소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 err="1"/>
                  <a:t>값별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기울기 오차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비교</a:t>
                </a:r>
                <a:endParaRPr lang="en-US" altLang="ko-KR" dirty="0"/>
              </a:p>
              <a:p>
                <a:r>
                  <a:rPr lang="en-US" altLang="ko-KR" dirty="0"/>
                  <a:t>1.2. </a:t>
                </a:r>
                <a:r>
                  <a:rPr lang="ko-KR" altLang="en-US" dirty="0"/>
                  <a:t>활성화 함수 및 데이터 </a:t>
                </a:r>
                <a:r>
                  <a:rPr lang="ko-KR" altLang="en-US" dirty="0" err="1"/>
                  <a:t>전처리</a:t>
                </a:r>
                <a:endParaRPr lang="en-US" altLang="ko-KR" dirty="0"/>
              </a:p>
              <a:p>
                <a:r>
                  <a:rPr lang="en-US" altLang="ko-KR" dirty="0"/>
                  <a:t>1.3. </a:t>
                </a:r>
                <a:r>
                  <a:rPr lang="ko-KR" altLang="en-US" dirty="0"/>
                  <a:t>미니배치 학습기법 비교 실험</a:t>
                </a:r>
                <a:endParaRPr lang="en-US" altLang="ko-KR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9325F10-BBAB-F83A-2650-AF30B242F3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870" t="-56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5C4B8C-4D86-7DB5-EB79-371EA69A0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494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ED817EA5-54BA-6EBA-F053-F7BD6AC2BB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u="sng" dirty="0"/>
                  <a:t>1.1. </a:t>
                </a:r>
                <a:r>
                  <a:rPr lang="ko-KR" altLang="en-US" u="sng" dirty="0" err="1"/>
                  <a:t>미분소</a:t>
                </a:r>
                <a:r>
                  <a:rPr lang="en-US" altLang="ko-KR" u="sng" dirty="0"/>
                  <a:t>(</a:t>
                </a:r>
                <a14:m>
                  <m:oMath xmlns:m="http://schemas.openxmlformats.org/officeDocument/2006/math">
                    <m:r>
                      <a:rPr lang="en-US" altLang="ko-KR" i="1" u="sng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ko-KR" i="1" u="sng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u="sng" dirty="0" err="1"/>
                  <a:t>값별</a:t>
                </a:r>
                <a:r>
                  <a:rPr lang="en-US" altLang="ko-KR" u="sng" dirty="0"/>
                  <a:t> </a:t>
                </a:r>
                <a:r>
                  <a:rPr lang="ko-KR" altLang="en-US" u="sng" dirty="0"/>
                  <a:t>기울기 오차</a:t>
                </a:r>
                <a:r>
                  <a:rPr lang="en-US" altLang="ko-KR" u="sng" dirty="0"/>
                  <a:t> </a:t>
                </a:r>
                <a:r>
                  <a:rPr lang="ko-KR" altLang="en-US" u="sng" dirty="0"/>
                  <a:t>비교</a:t>
                </a:r>
                <a:endParaRPr lang="en-US" altLang="ko-KR" u="sng" dirty="0"/>
              </a:p>
            </p:txBody>
          </p:sp>
        </mc:Choice>
        <mc:Fallback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ED817EA5-54BA-6EBA-F053-F7BD6AC2BB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D8ECE5F-A158-87D7-0CDA-974A6CE0CF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dirty="0"/>
                  <a:t>차분을 활용한 기울기 계산</a:t>
                </a: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𝑔𝑟𝑎𝑑𝑠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US" altLang="ko-KR" b="0" dirty="0"/>
              </a:p>
              <a:p>
                <a:endParaRPr lang="en-US" altLang="ko-KR" dirty="0"/>
              </a:p>
              <a:p>
                <a:pPr>
                  <a:buFont typeface="Wingdings" panose="05000000000000000000" pitchFamily="2" charset="2"/>
                  <a:buChar char="è"/>
                </a:pPr>
                <a:r>
                  <a:rPr lang="ko-KR" altLang="en-US" b="1" u="sng" dirty="0" err="1"/>
                  <a:t>미분소</a:t>
                </a:r>
                <a:r>
                  <a:rPr lang="en-US" altLang="ko-KR" b="1" u="sng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𝒅𝒙</m:t>
                    </m:r>
                  </m:oMath>
                </a14:m>
                <a:r>
                  <a:rPr lang="en-US" altLang="ko-KR" b="1" u="sng" dirty="0"/>
                  <a:t>)</a:t>
                </a:r>
                <a:r>
                  <a:rPr lang="ko-KR" altLang="en-US" b="1" u="sng" dirty="0"/>
                  <a:t>값이 작아질수록</a:t>
                </a:r>
                <a:r>
                  <a:rPr lang="en-US" altLang="ko-KR" b="1" u="sng" dirty="0"/>
                  <a:t>, </a:t>
                </a:r>
                <a:r>
                  <a:rPr lang="ko-KR" altLang="en-US" b="1" u="sng" dirty="0"/>
                  <a:t>차분을 통해 계산한 </a:t>
                </a:r>
                <a:r>
                  <a:rPr lang="ko-KR" altLang="en-US" b="1" u="sng" dirty="0" err="1"/>
                  <a:t>기울기값과</a:t>
                </a:r>
                <a:r>
                  <a:rPr lang="ko-KR" altLang="en-US" b="1" u="sng" dirty="0"/>
                  <a:t> 역전파법을 통해 </a:t>
                </a:r>
                <a:r>
                  <a:rPr lang="ko-KR" altLang="en-US" b="1" u="sng" dirty="0" err="1"/>
                  <a:t>기울기값</a:t>
                </a:r>
                <a:r>
                  <a:rPr lang="ko-KR" altLang="en-US" b="1" u="sng" dirty="0"/>
                  <a:t> 사이의 오차가 줄어들지 않을까</a:t>
                </a:r>
                <a:r>
                  <a:rPr lang="en-US" altLang="ko-KR" b="1" u="sng" dirty="0"/>
                  <a:t>?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D8ECE5F-A158-87D7-0CDA-974A6CE0CF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396DD0-ACAA-95C9-3716-A6CABA647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843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텍스트, 스크린샷, 도표, 디스플레이이(가) 표시된 사진&#10;&#10;자동 생성된 설명">
            <a:extLst>
              <a:ext uri="{FF2B5EF4-FFF2-40B4-BE49-F238E27FC236}">
                <a16:creationId xmlns:a16="http://schemas.microsoft.com/office/drawing/2014/main" id="{59C09217-7A63-35BD-1863-2877719D9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62" y="1690688"/>
            <a:ext cx="4568431" cy="334637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FF867E-3741-8E0C-8504-E75EA5193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E2F4C0B5-FE02-4F73-8EFF-F9E0EA45C4DC}" type="slidenum">
              <a:rPr lang="en-US" altLang="ko-KR" smtClean="0"/>
              <a:pPr latinLnBrk="0">
                <a:spcAft>
                  <a:spcPts val="600"/>
                </a:spcAft>
              </a:pPr>
              <a:t>5</a:t>
            </a:fld>
            <a:endParaRPr lang="en-US" altLang="ko-K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E8BCBF-7D2C-8C7E-DD00-6E688ECF18E9}"/>
                  </a:ext>
                </a:extLst>
              </p:cNvPr>
              <p:cNvSpPr txBox="1"/>
              <p:nvPr/>
            </p:nvSpPr>
            <p:spPr>
              <a:xfrm>
                <a:off x="2933878" y="5276298"/>
                <a:ext cx="632119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Textbook’s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altLang="ko-KR" dirty="0"/>
                  <a:t> = 1e-4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eps = </a:t>
                </a:r>
                <a:r>
                  <a:rPr lang="en-US" altLang="ko-KR" dirty="0" err="1"/>
                  <a:t>Numpy</a:t>
                </a:r>
                <a:r>
                  <a:rPr lang="en-US" altLang="ko-KR" dirty="0"/>
                  <a:t> machine epsilon = </a:t>
                </a:r>
                <a:r>
                  <a:rPr lang="en-US" altLang="ko-KR" b="0" i="0" dirty="0">
                    <a:effectLst/>
                  </a:rPr>
                  <a:t>2.220446049250313e-16</a:t>
                </a:r>
              </a:p>
              <a:p>
                <a:endParaRPr lang="en-US" altLang="ko-KR" b="0" i="0" dirty="0">
                  <a:effectLst/>
                </a:endParaRPr>
              </a:p>
              <a:p>
                <a:r>
                  <a:rPr lang="en-US" altLang="ko-KR" dirty="0"/>
                  <a:t>0 = baseline(only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backpropagation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grads)</a:t>
                </a:r>
                <a:endParaRPr lang="en-US" altLang="ko-KR" b="0" i="0" dirty="0">
                  <a:effectLst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E8BCBF-7D2C-8C7E-DD00-6E688ECF1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878" y="5276298"/>
                <a:ext cx="6321194" cy="1477328"/>
              </a:xfrm>
              <a:prstGeom prst="rect">
                <a:avLst/>
              </a:prstGeom>
              <a:blipFill>
                <a:blip r:embed="rId3"/>
                <a:stretch>
                  <a:fillRect l="-771" t="-2479" b="-57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제목 1">
                <a:extLst>
                  <a:ext uri="{FF2B5EF4-FFF2-40B4-BE49-F238E27FC236}">
                    <a16:creationId xmlns:a16="http://schemas.microsoft.com/office/drawing/2014/main" id="{39346EB7-2DA1-38CE-FB80-87D9A50B37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/>
              <a:lstStyle/>
              <a:p>
                <a:r>
                  <a:rPr lang="en-US" altLang="ko-KR" u="sng" dirty="0"/>
                  <a:t>1.1. </a:t>
                </a:r>
                <a:r>
                  <a:rPr lang="ko-KR" altLang="en-US" u="sng" dirty="0" err="1"/>
                  <a:t>미분소</a:t>
                </a:r>
                <a:r>
                  <a:rPr lang="en-US" altLang="ko-KR" u="sng" dirty="0"/>
                  <a:t>(</a:t>
                </a:r>
                <a14:m>
                  <m:oMath xmlns:m="http://schemas.openxmlformats.org/officeDocument/2006/math">
                    <m:r>
                      <a:rPr lang="en-US" altLang="ko-KR" i="1" u="sng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ko-KR" i="1" u="sng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u="sng" dirty="0" err="1"/>
                  <a:t>값별</a:t>
                </a:r>
                <a:r>
                  <a:rPr lang="en-US" altLang="ko-KR" u="sng" dirty="0"/>
                  <a:t> </a:t>
                </a:r>
                <a:r>
                  <a:rPr lang="ko-KR" altLang="en-US" u="sng" dirty="0"/>
                  <a:t>기울기 오차</a:t>
                </a:r>
                <a:r>
                  <a:rPr lang="en-US" altLang="ko-KR" u="sng" dirty="0"/>
                  <a:t> </a:t>
                </a:r>
                <a:r>
                  <a:rPr lang="ko-KR" altLang="en-US" u="sng" dirty="0"/>
                  <a:t>비교</a:t>
                </a:r>
                <a:endParaRPr lang="en-US" altLang="ko-KR" u="sng" dirty="0"/>
              </a:p>
            </p:txBody>
          </p:sp>
        </mc:Choice>
        <mc:Fallback>
          <p:sp>
            <p:nvSpPr>
              <p:cNvPr id="14" name="제목 1">
                <a:extLst>
                  <a:ext uri="{FF2B5EF4-FFF2-40B4-BE49-F238E27FC236}">
                    <a16:creationId xmlns:a16="http://schemas.microsoft.com/office/drawing/2014/main" id="{39346EB7-2DA1-38CE-FB80-87D9A50B37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4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그림 14" descr="텍스트, 스크린샷, 도표, 번호이(가) 표시된 사진&#10;&#10;자동 생성된 설명">
            <a:extLst>
              <a:ext uri="{FF2B5EF4-FFF2-40B4-BE49-F238E27FC236}">
                <a16:creationId xmlns:a16="http://schemas.microsoft.com/office/drawing/2014/main" id="{BFE8EB9C-D880-8646-DBB4-828E4AB458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379" y="1690688"/>
            <a:ext cx="4432286" cy="334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99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그림 8" descr="텍스트, 스크린샷, 도표, 그래프이(가) 표시된 사진&#10;&#10;자동 생성된 설명">
            <a:extLst>
              <a:ext uri="{FF2B5EF4-FFF2-40B4-BE49-F238E27FC236}">
                <a16:creationId xmlns:a16="http://schemas.microsoft.com/office/drawing/2014/main" id="{F1D4B3C5-E4ED-9EA9-38C2-7A3DCE94B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55812"/>
            <a:ext cx="4432286" cy="334637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FF867E-3741-8E0C-8504-E75EA5193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E2F4C0B5-FE02-4F73-8EFF-F9E0EA45C4DC}" type="slidenum">
              <a:rPr lang="en-US" altLang="ko-KR" smtClean="0"/>
              <a:pPr latinLnBrk="0">
                <a:spcAft>
                  <a:spcPts val="600"/>
                </a:spcAft>
              </a:pPr>
              <a:t>6</a:t>
            </a:fld>
            <a:endParaRPr lang="en-US" altLang="ko-K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BD807F-F39B-C9A1-B4A0-98734B82F87F}"/>
                  </a:ext>
                </a:extLst>
              </p:cNvPr>
              <p:cNvSpPr txBox="1"/>
              <p:nvPr/>
            </p:nvSpPr>
            <p:spPr>
              <a:xfrm>
                <a:off x="1446275" y="5573494"/>
                <a:ext cx="9296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è"/>
                </a:pPr>
                <a:r>
                  <a:rPr lang="ko-KR" altLang="en-US" dirty="0">
                    <a:sym typeface="Wingdings" panose="05000000000000000000" pitchFamily="2" charset="2"/>
                  </a:rPr>
                  <a:t>오히려 </a:t>
                </a:r>
                <a:r>
                  <a:rPr lang="ko-KR" altLang="en-US" dirty="0" err="1">
                    <a:sym typeface="Wingdings" panose="05000000000000000000" pitchFamily="2" charset="2"/>
                  </a:rPr>
                  <a:t>미분소값이</a:t>
                </a:r>
                <a:r>
                  <a:rPr lang="ko-KR" altLang="en-US" dirty="0">
                    <a:sym typeface="Wingdings" panose="05000000000000000000" pitchFamily="2" charset="2"/>
                  </a:rPr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machine epsilon</a:t>
                </a:r>
                <a:r>
                  <a:rPr lang="ko-KR" altLang="en-US" dirty="0">
                    <a:sym typeface="Wingdings" panose="05000000000000000000" pitchFamily="2" charset="2"/>
                  </a:rPr>
                  <a:t>에 가까워지면</a:t>
                </a:r>
                <a:r>
                  <a:rPr lang="en-US" altLang="ko-KR" dirty="0">
                    <a:sym typeface="Wingdings" panose="05000000000000000000" pitchFamily="2" charset="2"/>
                  </a:rPr>
                  <a:t>, </a:t>
                </a:r>
                <a:r>
                  <a:rPr lang="ko-KR" altLang="en-US" dirty="0">
                    <a:sym typeface="Wingdings" panose="05000000000000000000" pitchFamily="2" charset="2"/>
                  </a:rPr>
                  <a:t>되려 오차가 증가한다</a:t>
                </a:r>
                <a:r>
                  <a:rPr lang="en-US" altLang="ko-KR" dirty="0">
                    <a:sym typeface="Wingdings" panose="05000000000000000000" pitchFamily="2" charset="2"/>
                  </a:rPr>
                  <a:t>.</a:t>
                </a:r>
              </a:p>
              <a:p>
                <a:pPr algn="just"/>
                <a:r>
                  <a:rPr lang="en-US" altLang="ko-KR" dirty="0">
                    <a:sym typeface="Wingdings" panose="05000000000000000000" pitchFamily="2" charset="2"/>
                  </a:rPr>
                  <a:t>	 </a:t>
                </a:r>
                <a:r>
                  <a:rPr lang="ko-KR" altLang="en-US" dirty="0">
                    <a:sym typeface="Wingdings" panose="05000000000000000000" pitchFamily="2" charset="2"/>
                  </a:rPr>
                  <a:t>아마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ko-KR" altLang="en-US" dirty="0"/>
                  <a:t> 나누는 과정에서 발생하는 문제가 아닐까</a:t>
                </a:r>
                <a:r>
                  <a:rPr lang="en-US" altLang="ko-KR" dirty="0"/>
                  <a:t>?</a:t>
                </a:r>
                <a:endParaRPr lang="ko-KR" alt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BD807F-F39B-C9A1-B4A0-98734B82F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275" y="5573494"/>
                <a:ext cx="9296400" cy="646331"/>
              </a:xfrm>
              <a:prstGeom prst="rect">
                <a:avLst/>
              </a:prstGeom>
              <a:blipFill>
                <a:blip r:embed="rId3"/>
                <a:stretch>
                  <a:fillRect l="-393" t="-4717" b="-150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제목 1">
                <a:extLst>
                  <a:ext uri="{FF2B5EF4-FFF2-40B4-BE49-F238E27FC236}">
                    <a16:creationId xmlns:a16="http://schemas.microsoft.com/office/drawing/2014/main" id="{D6398315-B84A-A7FF-D451-8C0A65CC80C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/>
              <a:lstStyle/>
              <a:p>
                <a:r>
                  <a:rPr lang="en-US" altLang="ko-KR" u="sng" dirty="0"/>
                  <a:t>1.1. </a:t>
                </a:r>
                <a:r>
                  <a:rPr lang="ko-KR" altLang="en-US" u="sng" dirty="0" err="1"/>
                  <a:t>미분소</a:t>
                </a:r>
                <a:r>
                  <a:rPr lang="en-US" altLang="ko-KR" u="sng" dirty="0"/>
                  <a:t>(</a:t>
                </a:r>
                <a14:m>
                  <m:oMath xmlns:m="http://schemas.openxmlformats.org/officeDocument/2006/math">
                    <m:r>
                      <a:rPr lang="en-US" altLang="ko-KR" i="1" u="sng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ko-KR" i="1" u="sng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u="sng" dirty="0" err="1"/>
                  <a:t>값별</a:t>
                </a:r>
                <a:r>
                  <a:rPr lang="en-US" altLang="ko-KR" u="sng" dirty="0"/>
                  <a:t> </a:t>
                </a:r>
                <a:r>
                  <a:rPr lang="ko-KR" altLang="en-US" u="sng" dirty="0"/>
                  <a:t>기울기 오차</a:t>
                </a:r>
                <a:r>
                  <a:rPr lang="en-US" altLang="ko-KR" u="sng" dirty="0"/>
                  <a:t> </a:t>
                </a:r>
                <a:r>
                  <a:rPr lang="ko-KR" altLang="en-US" u="sng" dirty="0"/>
                  <a:t>비교</a:t>
                </a:r>
                <a:endParaRPr lang="en-US" altLang="ko-KR" u="sng" dirty="0"/>
              </a:p>
            </p:txBody>
          </p:sp>
        </mc:Choice>
        <mc:Fallback>
          <p:sp>
            <p:nvSpPr>
              <p:cNvPr id="15" name="제목 1">
                <a:extLst>
                  <a:ext uri="{FF2B5EF4-FFF2-40B4-BE49-F238E27FC236}">
                    <a16:creationId xmlns:a16="http://schemas.microsoft.com/office/drawing/2014/main" id="{D6398315-B84A-A7FF-D451-8C0A65CC80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4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그림 16" descr="텍스트, 스크린샷, 도표, 소프트웨어이(가) 표시된 사진&#10;&#10;자동 생성된 설명">
            <a:extLst>
              <a:ext uri="{FF2B5EF4-FFF2-40B4-BE49-F238E27FC236}">
                <a16:creationId xmlns:a16="http://schemas.microsoft.com/office/drawing/2014/main" id="{43A46A61-D923-232B-15DF-53A1554C00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575" y="1690688"/>
            <a:ext cx="4432286" cy="334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93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3DF91-F1E9-C324-9032-3CD476DFD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1.2. </a:t>
            </a:r>
            <a:r>
              <a:rPr lang="ko-KR" altLang="en-US" u="sng" dirty="0"/>
              <a:t>활성화 함수 및 데이터 </a:t>
            </a:r>
            <a:r>
              <a:rPr lang="ko-KR" altLang="en-US" u="sng" dirty="0" err="1"/>
              <a:t>전처리</a:t>
            </a:r>
            <a:endParaRPr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174AD4-635C-E6C7-8A99-5D08ED89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55B3544-FF20-5431-05C1-00B2A9C13C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01" y="1690688"/>
            <a:ext cx="323677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D253E9C-DDF3-CD22-B503-A29F6DCA0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440" y="1576181"/>
            <a:ext cx="3133725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124186CF-8AD8-5713-4D2F-728D4FE42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708" y="4370894"/>
            <a:ext cx="3305175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6D72D381-7F39-836D-5BD9-6AD67D427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065" y="1582146"/>
            <a:ext cx="303847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170463A4-776B-0859-FD96-FF9174461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5499" y="4468584"/>
            <a:ext cx="3106041" cy="215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3CD3C2-E4D8-B591-7EC3-7F0BA97A4C86}"/>
              </a:ext>
            </a:extLst>
          </p:cNvPr>
          <p:cNvSpPr txBox="1"/>
          <p:nvPr/>
        </p:nvSpPr>
        <p:spPr>
          <a:xfrm>
            <a:off x="3232296" y="3741916"/>
            <a:ext cx="5530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3200" b="1" u="sng" dirty="0">
                <a:sym typeface="Wingdings" panose="05000000000000000000" pitchFamily="2" charset="2"/>
              </a:rPr>
              <a:t>활성화 </a:t>
            </a:r>
            <a:r>
              <a:rPr lang="ko-KR" altLang="en-US" sz="3200" b="1" u="sng" dirty="0" err="1">
                <a:sym typeface="Wingdings" panose="05000000000000000000" pitchFamily="2" charset="2"/>
              </a:rPr>
              <a:t>함수별</a:t>
            </a:r>
            <a:r>
              <a:rPr lang="ko-KR" altLang="en-US" sz="3200" b="1" u="sng" dirty="0">
                <a:sym typeface="Wingdings" panose="05000000000000000000" pitchFamily="2" charset="2"/>
              </a:rPr>
              <a:t> 정확도 차이</a:t>
            </a:r>
            <a:r>
              <a:rPr lang="en-US" altLang="ko-KR" sz="3200" b="1" u="sng" dirty="0">
                <a:sym typeface="Wingdings" panose="05000000000000000000" pitchFamily="2" charset="2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48308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3DF91-F1E9-C324-9032-3CD476DFD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1.2. </a:t>
            </a:r>
            <a:r>
              <a:rPr lang="ko-KR" altLang="en-US" u="sng" dirty="0"/>
              <a:t>활성화 함수 및 데이터 </a:t>
            </a:r>
            <a:r>
              <a:rPr lang="ko-KR" altLang="en-US" u="sng" dirty="0" err="1"/>
              <a:t>전처리</a:t>
            </a:r>
            <a:endParaRPr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174AD4-635C-E6C7-8A99-5D08ED89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1FE48B-D124-F80E-29C4-CF12EA0FC6C0}"/>
              </a:ext>
            </a:extLst>
          </p:cNvPr>
          <p:cNvSpPr txBox="1"/>
          <p:nvPr/>
        </p:nvSpPr>
        <p:spPr>
          <a:xfrm>
            <a:off x="838200" y="1813770"/>
            <a:ext cx="1096587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/>
              <a:t>실험 </a:t>
            </a:r>
            <a:r>
              <a:rPr lang="ko-KR" altLang="en-US" sz="3200" b="1" u="sng" dirty="0" err="1"/>
              <a:t>초매개변수</a:t>
            </a:r>
            <a:r>
              <a:rPr lang="ko-KR" altLang="en-US" sz="3200" b="1" u="sng" dirty="0"/>
              <a:t> 설정</a:t>
            </a:r>
            <a:endParaRPr lang="en-US" altLang="ko-KR" sz="3200" b="1" u="sng" dirty="0"/>
          </a:p>
          <a:p>
            <a:endParaRPr lang="en-US" altLang="ko-KR" sz="2000" b="1" u="sng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/>
              <a:t>모델</a:t>
            </a:r>
            <a:r>
              <a:rPr lang="en-US" altLang="ko-KR" sz="2800" dirty="0"/>
              <a:t>: 2</a:t>
            </a:r>
            <a:r>
              <a:rPr lang="ko-KR" altLang="en-US" sz="2800" dirty="0"/>
              <a:t>층 </a:t>
            </a:r>
            <a:r>
              <a:rPr lang="en-US" altLang="ko-KR" sz="2800" dirty="0"/>
              <a:t>MLP(Affine – </a:t>
            </a:r>
            <a:r>
              <a:rPr lang="en-US" altLang="ko-KR" sz="2800" dirty="0" err="1"/>
              <a:t>Activ</a:t>
            </a:r>
            <a:r>
              <a:rPr lang="en-US" altLang="ko-KR" sz="2800" dirty="0"/>
              <a:t>. - Affine2 – </a:t>
            </a:r>
            <a:r>
              <a:rPr lang="en-US" altLang="ko-KR" sz="2800" dirty="0" err="1"/>
              <a:t>Softmax</a:t>
            </a:r>
            <a:r>
              <a:rPr lang="en-US" altLang="ko-KR" sz="2800" dirty="0"/>
              <a:t>)</a:t>
            </a:r>
          </a:p>
          <a:p>
            <a:endParaRPr lang="en-US" altLang="ko-KR" sz="1400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dirty="0"/>
              <a:t>반복횟수</a:t>
            </a:r>
            <a:r>
              <a:rPr lang="en-US" altLang="ko-KR" sz="2800" dirty="0"/>
              <a:t>: 10,000</a:t>
            </a:r>
            <a:r>
              <a:rPr lang="ko-KR" altLang="en-US" sz="2800" dirty="0"/>
              <a:t>회</a:t>
            </a:r>
            <a:endParaRPr lang="en-US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dirty="0"/>
              <a:t>배치크기</a:t>
            </a:r>
            <a:r>
              <a:rPr lang="en-US" altLang="ko-KR" sz="2800" dirty="0"/>
              <a:t>: 100</a:t>
            </a:r>
          </a:p>
          <a:p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dirty="0"/>
              <a:t>학습방법</a:t>
            </a:r>
            <a:r>
              <a:rPr lang="en-US" altLang="ko-KR" sz="2800" dirty="0"/>
              <a:t>/</a:t>
            </a:r>
            <a:r>
              <a:rPr lang="ko-KR" altLang="en-US" sz="2800" dirty="0" err="1"/>
              <a:t>학습률</a:t>
            </a:r>
            <a:r>
              <a:rPr lang="en-US" altLang="ko-KR" sz="2800" dirty="0"/>
              <a:t>: cross entropy error</a:t>
            </a:r>
            <a:r>
              <a:rPr lang="ko-KR" altLang="en-US" sz="2800" dirty="0"/>
              <a:t>를 통한</a:t>
            </a:r>
            <a:r>
              <a:rPr lang="en-US" altLang="ko-KR" sz="2800" dirty="0"/>
              <a:t> </a:t>
            </a:r>
            <a:r>
              <a:rPr lang="ko-KR" altLang="en-US" sz="2800" dirty="0" err="1"/>
              <a:t>역전파</a:t>
            </a:r>
            <a:r>
              <a:rPr lang="en-US" altLang="ko-KR" sz="2800" dirty="0"/>
              <a:t>/0.1</a:t>
            </a:r>
          </a:p>
          <a:p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dirty="0"/>
              <a:t>최적화 기법</a:t>
            </a:r>
            <a:r>
              <a:rPr lang="en-US" altLang="ko-KR" sz="2800" dirty="0"/>
              <a:t>: SGD(Stochastic Gradients Descent)</a:t>
            </a:r>
          </a:p>
          <a:p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dirty="0"/>
              <a:t>가중치 초기화</a:t>
            </a:r>
            <a:r>
              <a:rPr lang="en-US" altLang="ko-KR" sz="2800" dirty="0"/>
              <a:t>: </a:t>
            </a:r>
            <a:r>
              <a:rPr lang="ko-KR" altLang="en-US" sz="2800" dirty="0"/>
              <a:t>분산이 </a:t>
            </a:r>
            <a:r>
              <a:rPr lang="en-US" altLang="ko-KR" sz="2800" dirty="0"/>
              <a:t>0.01</a:t>
            </a:r>
            <a:r>
              <a:rPr lang="ko-KR" altLang="en-US" sz="2800" dirty="0"/>
              <a:t>인 정규분포로 무작위 초기화</a:t>
            </a:r>
            <a:endParaRPr lang="en-US" altLang="ko-KR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779792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3DF91-F1E9-C324-9032-3CD476DFD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1.2. </a:t>
            </a:r>
            <a:r>
              <a:rPr lang="ko-KR" altLang="en-US" u="sng" dirty="0"/>
              <a:t>활성화 함수 및 데이터 </a:t>
            </a:r>
            <a:r>
              <a:rPr lang="ko-KR" altLang="en-US" u="sng" dirty="0" err="1"/>
              <a:t>전처리</a:t>
            </a:r>
            <a:endParaRPr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174AD4-635C-E6C7-8A99-5D08ED89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9</a:t>
            </a:fld>
            <a:endParaRPr lang="ko-KR" altLang="en-US" dirty="0"/>
          </a:p>
        </p:txBody>
      </p:sp>
      <p:pic>
        <p:nvPicPr>
          <p:cNvPr id="14" name="그림 13" descr="텍스트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60835F04-E374-7DF2-9C16-DDF541BEB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67" y="2079627"/>
            <a:ext cx="4071529" cy="36038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E78BEC5-659B-DB51-F1C4-7BF07B2B2248}"/>
              </a:ext>
            </a:extLst>
          </p:cNvPr>
          <p:cNvSpPr txBox="1"/>
          <p:nvPr/>
        </p:nvSpPr>
        <p:spPr>
          <a:xfrm>
            <a:off x="2647030" y="5819623"/>
            <a:ext cx="68979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sz="2400" b="1" dirty="0">
                <a:sym typeface="Wingdings" panose="05000000000000000000" pitchFamily="2" charset="2"/>
              </a:rPr>
              <a:t>Step-function</a:t>
            </a:r>
            <a:r>
              <a:rPr lang="ko-KR" altLang="en-US" sz="2400" b="1" dirty="0">
                <a:sym typeface="Wingdings" panose="05000000000000000000" pitchFamily="2" charset="2"/>
              </a:rPr>
              <a:t> 역시 학습이 진행된다</a:t>
            </a:r>
            <a:r>
              <a:rPr lang="en-US" altLang="ko-KR" sz="2400" b="1" dirty="0"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sz="2400" b="1" dirty="0">
                <a:sym typeface="Wingdings" panose="05000000000000000000" pitchFamily="2" charset="2"/>
              </a:rPr>
              <a:t>over-fitting </a:t>
            </a:r>
            <a:r>
              <a:rPr lang="ko-KR" altLang="en-US" sz="2400" b="1" dirty="0">
                <a:sym typeface="Wingdings" panose="05000000000000000000" pitchFamily="2" charset="2"/>
              </a:rPr>
              <a:t>현상이 거의 발생하지 않는다</a:t>
            </a:r>
            <a:r>
              <a:rPr lang="en-US" altLang="ko-KR" sz="2400" b="1" dirty="0">
                <a:sym typeface="Wingdings" panose="05000000000000000000" pitchFamily="2" charset="2"/>
              </a:rPr>
              <a:t>.</a:t>
            </a:r>
          </a:p>
          <a:p>
            <a:endParaRPr lang="en-US" altLang="ko-KR" sz="2400" b="1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ko-KR" altLang="en-US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061263-AC9D-D4B2-3AB0-C6295D4CCCDC}"/>
              </a:ext>
            </a:extLst>
          </p:cNvPr>
          <p:cNvSpPr txBox="1"/>
          <p:nvPr/>
        </p:nvSpPr>
        <p:spPr>
          <a:xfrm>
            <a:off x="1554532" y="1687267"/>
            <a:ext cx="2924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My own implementation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C2B53E9-8F95-B8E0-B466-87B8A1FD7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921" y="2192730"/>
            <a:ext cx="4623357" cy="34907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A27D11-8B1F-7464-E528-4A276448768C}"/>
              </a:ext>
            </a:extLst>
          </p:cNvPr>
          <p:cNvSpPr txBox="1"/>
          <p:nvPr/>
        </p:nvSpPr>
        <p:spPr>
          <a:xfrm>
            <a:off x="7402779" y="1687267"/>
            <a:ext cx="2924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Textbook Implementation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0416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DEB9B-105D-A039-3AED-237C9E0FF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u="sng" dirty="0"/>
              <a:t>1.2. </a:t>
            </a:r>
            <a:r>
              <a:rPr lang="ko-KR" altLang="en-US" sz="4000" u="sng" dirty="0"/>
              <a:t>활성화 함수 및 데이터 </a:t>
            </a:r>
            <a:r>
              <a:rPr lang="ko-KR" altLang="en-US" sz="4000" u="sng" dirty="0" err="1"/>
              <a:t>전처리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C4DFF-CBA4-79F4-C41A-20D0019D6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3904" y="1690688"/>
            <a:ext cx="77724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u="sng" dirty="0"/>
              <a:t>데이터셋 </a:t>
            </a:r>
            <a:r>
              <a:rPr lang="ko-KR" altLang="en-US" b="1" u="sng" dirty="0" err="1"/>
              <a:t>전처리</a:t>
            </a:r>
            <a:r>
              <a:rPr lang="ko-KR" altLang="en-US" b="1" u="sng" dirty="0"/>
              <a:t> 방법</a:t>
            </a:r>
            <a:endParaRPr lang="en-US" altLang="ko-KR" b="1" u="sng" dirty="0"/>
          </a:p>
          <a:p>
            <a:pPr marL="0" indent="0">
              <a:buNone/>
            </a:pPr>
            <a:endParaRPr lang="en-US" altLang="ko-KR" sz="1600" u="sng" dirty="0"/>
          </a:p>
          <a:p>
            <a:r>
              <a:rPr lang="ko-KR" altLang="en-US" dirty="0"/>
              <a:t>원본 데이터</a:t>
            </a:r>
            <a:r>
              <a:rPr lang="en-US" altLang="ko-KR" dirty="0"/>
              <a:t>: 0~255</a:t>
            </a:r>
            <a:r>
              <a:rPr lang="ko-KR" altLang="en-US" dirty="0"/>
              <a:t>사이의 값</a:t>
            </a:r>
            <a:endParaRPr lang="en-US" altLang="ko-KR" dirty="0"/>
          </a:p>
          <a:p>
            <a:pPr marL="0" indent="0">
              <a:buNone/>
            </a:pPr>
            <a:endParaRPr lang="en-US" altLang="ko-KR" sz="1600" dirty="0"/>
          </a:p>
          <a:p>
            <a:r>
              <a:rPr lang="ko-KR" altLang="en-US" dirty="0"/>
              <a:t>교재의 </a:t>
            </a:r>
            <a:r>
              <a:rPr lang="ko-KR" altLang="en-US" dirty="0" err="1"/>
              <a:t>전처리</a:t>
            </a:r>
            <a:r>
              <a:rPr lang="ko-KR" altLang="en-US" dirty="0"/>
              <a:t> 방법</a:t>
            </a:r>
            <a:r>
              <a:rPr lang="en-US" altLang="ko-KR" dirty="0"/>
              <a:t>: </a:t>
            </a:r>
            <a:r>
              <a:rPr lang="ko-KR" altLang="en-US" dirty="0"/>
              <a:t>원본 데이터 </a:t>
            </a:r>
            <a:r>
              <a:rPr lang="en-US" altLang="ko-KR" dirty="0"/>
              <a:t>/ 255.0</a:t>
            </a:r>
          </a:p>
          <a:p>
            <a:endParaRPr lang="en-US" altLang="ko-KR" sz="1600" dirty="0"/>
          </a:p>
          <a:p>
            <a:r>
              <a:rPr lang="ko-KR" altLang="en-US" dirty="0"/>
              <a:t>추가적으로 활용한 </a:t>
            </a:r>
            <a:r>
              <a:rPr lang="ko-KR" altLang="en-US" dirty="0" err="1"/>
              <a:t>전처리</a:t>
            </a:r>
            <a:r>
              <a:rPr lang="ko-KR" altLang="en-US" dirty="0"/>
              <a:t> 방법</a:t>
            </a:r>
            <a:r>
              <a:rPr lang="en-US" altLang="ko-KR" dirty="0"/>
              <a:t>: </a:t>
            </a:r>
            <a:r>
              <a:rPr lang="ko-KR" altLang="en-US" b="1" u="sng" dirty="0"/>
              <a:t>표준 정규화</a:t>
            </a:r>
          </a:p>
          <a:p>
            <a:pPr marL="914400" lvl="2" indent="0">
              <a:buNone/>
            </a:pPr>
            <a:endParaRPr lang="en-US" altLang="ko-KR" sz="1600" b="1" i="1" u="sng" dirty="0">
              <a:latin typeface="Cambria Math" panose="02040503050406030204" pitchFamily="18" charset="0"/>
            </a:endParaRPr>
          </a:p>
          <a:p>
            <a:pPr marL="914400" lvl="2" indent="0">
              <a:buNone/>
            </a:pPr>
            <a:endParaRPr lang="en-US" altLang="ko-KR" sz="3500" b="0" dirty="0"/>
          </a:p>
          <a:p>
            <a:pPr marL="914400" lvl="2" indent="0">
              <a:buNone/>
            </a:pPr>
            <a:endParaRPr lang="ko-KR" altLang="en-US" sz="3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32BDA7-C806-E83B-16D7-FDBB43CF6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5A3B3A-28EE-ABFA-B4D9-BBCC00A98FB3}"/>
                  </a:ext>
                </a:extLst>
              </p:cNvPr>
              <p:cNvSpPr txBox="1"/>
              <p:nvPr/>
            </p:nvSpPr>
            <p:spPr>
              <a:xfrm>
                <a:off x="4807047" y="4869855"/>
                <a:ext cx="4957010" cy="1245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𝑚𝑒𝑎𝑛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𝑠𝑡𝑑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sz="3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5A3B3A-28EE-ABFA-B4D9-BBCC00A98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47" y="4869855"/>
                <a:ext cx="4957010" cy="12457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 descr="텍스트, 라인, 그래프, 스크린샷이(가) 표시된 사진&#10;&#10;자동 생성된 설명">
            <a:extLst>
              <a:ext uri="{FF2B5EF4-FFF2-40B4-BE49-F238E27FC236}">
                <a16:creationId xmlns:a16="http://schemas.microsoft.com/office/drawing/2014/main" id="{6A62EC3B-4F11-18E4-4210-8F3CF6C472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3" y="1484840"/>
            <a:ext cx="3433705" cy="2626785"/>
          </a:xfrm>
          <a:prstGeom prst="rect">
            <a:avLst/>
          </a:prstGeom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26F6D1C2-6553-4F4A-C1E2-81BFCD887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26" y="4264025"/>
            <a:ext cx="354330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1300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32BDA7-C806-E83B-16D7-FDBB43CF6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4134ECE6-60FC-4EDA-9935-27D3266B0144}" type="slidenum">
              <a:rPr lang="en-US" altLang="ko-KR" smtClean="0"/>
              <a:pPr latinLnBrk="0">
                <a:spcAft>
                  <a:spcPts val="600"/>
                </a:spcAft>
              </a:pPr>
              <a:t>11</a:t>
            </a:fld>
            <a:endParaRPr lang="en-US" altLang="ko-K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E3DF1B-4306-171D-3CD3-379BEB3A255B}"/>
              </a:ext>
            </a:extLst>
          </p:cNvPr>
          <p:cNvSpPr txBox="1"/>
          <p:nvPr/>
        </p:nvSpPr>
        <p:spPr>
          <a:xfrm>
            <a:off x="1437447" y="5246444"/>
            <a:ext cx="2027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MNIST</a:t>
            </a:r>
          </a:p>
          <a:p>
            <a:pPr algn="ctr"/>
            <a:r>
              <a:rPr lang="en-US" altLang="ko-KR" b="1" dirty="0"/>
              <a:t>Not</a:t>
            </a:r>
            <a:r>
              <a:rPr lang="en-US" altLang="ko-KR" dirty="0"/>
              <a:t> normalized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785A5E-3275-86B8-23DE-7315AFCA26F4}"/>
              </a:ext>
            </a:extLst>
          </p:cNvPr>
          <p:cNvSpPr txBox="1"/>
          <p:nvPr/>
        </p:nvSpPr>
        <p:spPr>
          <a:xfrm>
            <a:off x="9256983" y="5246443"/>
            <a:ext cx="2027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MNIST</a:t>
            </a:r>
          </a:p>
          <a:p>
            <a:pPr algn="ctr"/>
            <a:r>
              <a:rPr lang="en-US" altLang="ko-KR" b="1" dirty="0"/>
              <a:t>z-normalized</a:t>
            </a:r>
            <a:endParaRPr lang="ko-KR" alt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74FF90-9874-BCED-08F6-DE50D762BB82}"/>
              </a:ext>
            </a:extLst>
          </p:cNvPr>
          <p:cNvSpPr txBox="1"/>
          <p:nvPr/>
        </p:nvSpPr>
        <p:spPr>
          <a:xfrm>
            <a:off x="1907152" y="5894685"/>
            <a:ext cx="8845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b="1" dirty="0" err="1">
                <a:sym typeface="Wingdings" panose="05000000000000000000" pitchFamily="2" charset="2"/>
              </a:rPr>
              <a:t>ReLU</a:t>
            </a:r>
            <a:r>
              <a:rPr lang="en-US" altLang="ko-KR" b="1" dirty="0">
                <a:sym typeface="Wingdings" panose="05000000000000000000" pitchFamily="2" charset="2"/>
              </a:rPr>
              <a:t> </a:t>
            </a:r>
            <a:r>
              <a:rPr lang="ko-KR" altLang="en-US" b="1" dirty="0">
                <a:sym typeface="Wingdings" panose="05000000000000000000" pitchFamily="2" charset="2"/>
              </a:rPr>
              <a:t>계열의 함수를 사용할 때에는 데이터 정규화가 필수적이다</a:t>
            </a:r>
            <a:r>
              <a:rPr lang="en-US" altLang="ko-KR" b="1" dirty="0"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b="1" dirty="0">
                <a:sym typeface="Wingdings" panose="05000000000000000000" pitchFamily="2" charset="2"/>
              </a:rPr>
              <a:t>표준 정규분포 </a:t>
            </a:r>
            <a:r>
              <a:rPr lang="en-US" altLang="ko-KR" b="1" dirty="0">
                <a:sym typeface="Wingdings" panose="05000000000000000000" pitchFamily="2" charset="2"/>
              </a:rPr>
              <a:t>+ Leaky </a:t>
            </a:r>
            <a:r>
              <a:rPr lang="en-US" altLang="ko-KR" b="1" dirty="0" err="1">
                <a:sym typeface="Wingdings" panose="05000000000000000000" pitchFamily="2" charset="2"/>
              </a:rPr>
              <a:t>ReLU</a:t>
            </a:r>
            <a:r>
              <a:rPr lang="ko-KR" altLang="en-US" b="1" dirty="0">
                <a:sym typeface="Wingdings" panose="05000000000000000000" pitchFamily="2" charset="2"/>
              </a:rPr>
              <a:t> 조합을 통해 잘 학습시킬 수 있다</a:t>
            </a:r>
            <a:r>
              <a:rPr lang="en-US" altLang="ko-KR" b="1" dirty="0">
                <a:sym typeface="Wingdings" panose="05000000000000000000" pitchFamily="2" charset="2"/>
              </a:rPr>
              <a:t>!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834742-12C5-F536-5A5D-2B8E1C8940D0}"/>
              </a:ext>
            </a:extLst>
          </p:cNvPr>
          <p:cNvSpPr txBox="1"/>
          <p:nvPr/>
        </p:nvSpPr>
        <p:spPr>
          <a:xfrm>
            <a:off x="5316273" y="5257944"/>
            <a:ext cx="2027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MNIST</a:t>
            </a:r>
          </a:p>
          <a:p>
            <a:pPr algn="ctr"/>
            <a:r>
              <a:rPr lang="en-US" altLang="ko-KR" b="1" dirty="0"/>
              <a:t>/ 255.0</a:t>
            </a:r>
            <a:endParaRPr lang="ko-KR" altLang="en-US" b="1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517997FD-D99B-85DF-159D-6795B8044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10515600" cy="11105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4000" u="sng" dirty="0"/>
              <a:t>1.2. </a:t>
            </a:r>
            <a:r>
              <a:rPr lang="ko-KR" altLang="en-US" sz="4000" u="sng" dirty="0"/>
              <a:t>활성화 함수 및 데이터 </a:t>
            </a:r>
            <a:r>
              <a:rPr lang="ko-KR" altLang="en-US" sz="4000" u="sng" dirty="0" err="1"/>
              <a:t>전처리</a:t>
            </a:r>
            <a:endParaRPr lang="en-US" altLang="ko-KR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그림 2" descr="텍스트, 라인, 그래프, 스크린샷이(가) 표시된 사진&#10;&#10;자동 생성된 설명">
            <a:extLst>
              <a:ext uri="{FF2B5EF4-FFF2-40B4-BE49-F238E27FC236}">
                <a16:creationId xmlns:a16="http://schemas.microsoft.com/office/drawing/2014/main" id="{FECC98D6-730E-A830-9491-A6F7FCABF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80" y="2199492"/>
            <a:ext cx="3878827" cy="2967304"/>
          </a:xfrm>
          <a:prstGeom prst="rect">
            <a:avLst/>
          </a:prstGeom>
        </p:spPr>
      </p:pic>
      <p:pic>
        <p:nvPicPr>
          <p:cNvPr id="13" name="내용 개체 틀 8" descr="텍스트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2CA6E80A-ADC5-7576-B730-7667F0DD1B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298" y="2242892"/>
            <a:ext cx="3815235" cy="288050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358A82F-F5E5-0CC7-7C55-0E4394C2E1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2955" y="2248952"/>
            <a:ext cx="3798813" cy="2868208"/>
          </a:xfrm>
          <a:prstGeom prst="rect">
            <a:avLst/>
          </a:prstGeom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2C29854-424E-0C17-8BAB-F49CC999450B}"/>
              </a:ext>
            </a:extLst>
          </p:cNvPr>
          <p:cNvCxnSpPr/>
          <p:nvPr/>
        </p:nvCxnSpPr>
        <p:spPr>
          <a:xfrm>
            <a:off x="4702861" y="2427516"/>
            <a:ext cx="7489139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24FE11C0-6B61-2BD8-1056-59BEB7838D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6983" y="136525"/>
            <a:ext cx="2755791" cy="2047017"/>
          </a:xfrm>
          <a:prstGeom prst="rect">
            <a:avLst/>
          </a:prstGeom>
        </p:spPr>
      </p:pic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F9FF7084-0BF5-E6A1-976C-AD6B5E1EBD59}"/>
              </a:ext>
            </a:extLst>
          </p:cNvPr>
          <p:cNvCxnSpPr>
            <a:cxnSpLocks/>
            <a:endCxn id="23" idx="1"/>
          </p:cNvCxnSpPr>
          <p:nvPr/>
        </p:nvCxnSpPr>
        <p:spPr>
          <a:xfrm rot="5400000" flipH="1" flipV="1">
            <a:off x="8555974" y="1603458"/>
            <a:ext cx="1144433" cy="257586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814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1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그림 5" descr="텍스트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44FC0161-38C5-28DE-DB90-1D6546D34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71" y="1891242"/>
            <a:ext cx="3797536" cy="2905115"/>
          </a:xfrm>
          <a:prstGeom prst="rect">
            <a:avLst/>
          </a:prstGeom>
        </p:spPr>
      </p:pic>
      <p:pic>
        <p:nvPicPr>
          <p:cNvPr id="17" name="그림 16" descr="텍스트, 라인, 그래프, 스크린샷이(가) 표시된 사진&#10;&#10;자동 생성된 설명">
            <a:extLst>
              <a:ext uri="{FF2B5EF4-FFF2-40B4-BE49-F238E27FC236}">
                <a16:creationId xmlns:a16="http://schemas.microsoft.com/office/drawing/2014/main" id="{A4568EB4-1305-9C9D-7402-4DB2A0A09B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298" y="1891244"/>
            <a:ext cx="3797536" cy="290511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32BDA7-C806-E83B-16D7-FDBB43CF6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4134ECE6-60FC-4EDA-9935-27D3266B0144}" type="slidenum">
              <a:rPr lang="en-US" altLang="ko-KR" smtClean="0"/>
              <a:pPr latinLnBrk="0">
                <a:spcAft>
                  <a:spcPts val="600"/>
                </a:spcAft>
              </a:pPr>
              <a:t>12</a:t>
            </a:fld>
            <a:endParaRPr lang="en-US" altLang="ko-K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E3DF1B-4306-171D-3CD3-379BEB3A255B}"/>
              </a:ext>
            </a:extLst>
          </p:cNvPr>
          <p:cNvSpPr txBox="1"/>
          <p:nvPr/>
        </p:nvSpPr>
        <p:spPr>
          <a:xfrm>
            <a:off x="1437447" y="4919870"/>
            <a:ext cx="2027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CIFAR-10</a:t>
            </a:r>
          </a:p>
          <a:p>
            <a:pPr algn="ctr"/>
            <a:r>
              <a:rPr lang="en-US" altLang="ko-KR" b="1" dirty="0"/>
              <a:t>Not</a:t>
            </a:r>
            <a:r>
              <a:rPr lang="en-US" altLang="ko-KR" dirty="0"/>
              <a:t> normalized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785A5E-3275-86B8-23DE-7315AFCA26F4}"/>
              </a:ext>
            </a:extLst>
          </p:cNvPr>
          <p:cNvSpPr txBox="1"/>
          <p:nvPr/>
        </p:nvSpPr>
        <p:spPr>
          <a:xfrm>
            <a:off x="9256983" y="4919869"/>
            <a:ext cx="2027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CIFAR-10</a:t>
            </a:r>
          </a:p>
          <a:p>
            <a:pPr algn="ctr"/>
            <a:r>
              <a:rPr lang="en-US" altLang="ko-KR" b="1" dirty="0"/>
              <a:t>Z-normalized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FAC7023-D2AF-575C-904B-1588EA1978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717" y="1891242"/>
            <a:ext cx="3794116" cy="2899343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8E73D34-55C9-3275-BFD4-983EAC0DF28B}"/>
              </a:ext>
            </a:extLst>
          </p:cNvPr>
          <p:cNvCxnSpPr>
            <a:cxnSpLocks/>
          </p:cNvCxnSpPr>
          <p:nvPr/>
        </p:nvCxnSpPr>
        <p:spPr>
          <a:xfrm>
            <a:off x="4721087" y="2882347"/>
            <a:ext cx="730526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B834742-12C5-F536-5A5D-2B8E1C8940D0}"/>
              </a:ext>
            </a:extLst>
          </p:cNvPr>
          <p:cNvSpPr txBox="1"/>
          <p:nvPr/>
        </p:nvSpPr>
        <p:spPr>
          <a:xfrm>
            <a:off x="5316273" y="4931370"/>
            <a:ext cx="2027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CIFAR-10</a:t>
            </a:r>
          </a:p>
          <a:p>
            <a:pPr algn="ctr"/>
            <a:r>
              <a:rPr lang="en-US" altLang="ko-KR" b="1" dirty="0"/>
              <a:t>/ 255.0</a:t>
            </a:r>
            <a:endParaRPr lang="ko-KR" altLang="en-US" b="1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517997FD-D99B-85DF-159D-6795B8044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10515600" cy="11105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4000" u="sng" dirty="0"/>
              <a:t>참고</a:t>
            </a:r>
            <a:r>
              <a:rPr lang="en-US" altLang="ko-KR" sz="4000" u="sng" dirty="0"/>
              <a:t>: CIFAR-10 </a:t>
            </a:r>
            <a:r>
              <a:rPr lang="ko-KR" altLang="en-US" sz="4000" u="sng" dirty="0"/>
              <a:t>데이터셋에 대한 비교</a:t>
            </a:r>
            <a:endParaRPr lang="en-US" altLang="ko-KR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24471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EE323E-6434-33FC-1CD8-8F7DC7C73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1.3. </a:t>
            </a:r>
            <a:r>
              <a:rPr lang="ko-KR" altLang="en-US" u="sng" dirty="0"/>
              <a:t>미니배치 학습기법 비교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A4E26F-7E74-A0FE-CD5A-4C666B149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교재의 미니배치 추출기법</a:t>
            </a:r>
            <a:r>
              <a:rPr lang="en-US" altLang="ko-KR" dirty="0"/>
              <a:t>: </a:t>
            </a:r>
            <a:r>
              <a:rPr lang="ko-KR" altLang="en-US" b="1" u="sng" dirty="0"/>
              <a:t>복원 무작위 추출</a:t>
            </a:r>
            <a:endParaRPr lang="en-US" altLang="ko-KR" b="1" u="sng" dirty="0"/>
          </a:p>
          <a:p>
            <a:pPr lvl="1"/>
            <a:r>
              <a:rPr lang="ko-KR" altLang="en-US" dirty="0"/>
              <a:t>이미 한 번 추출된 데이터샘플이 다른 미니배치에서 </a:t>
            </a:r>
            <a:r>
              <a:rPr lang="ko-KR" altLang="en-US" dirty="0" err="1"/>
              <a:t>재추출</a:t>
            </a:r>
            <a:r>
              <a:rPr lang="ko-KR" altLang="en-US" dirty="0"/>
              <a:t> 가능성</a:t>
            </a:r>
            <a:endParaRPr lang="en-US" altLang="ko-KR" dirty="0"/>
          </a:p>
          <a:p>
            <a:pPr lvl="1"/>
            <a:r>
              <a:rPr lang="ko-KR" altLang="en-US" dirty="0"/>
              <a:t>심지어 하나의 미니배치에 같은 데이터샘플이 존재할 가능성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혹은 아예 한번도 추출되지 않은 데이터샘플 존재 가능성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추가적으로 활용한 추출기법</a:t>
            </a:r>
            <a:r>
              <a:rPr lang="en-US" altLang="ko-KR" dirty="0"/>
              <a:t>: </a:t>
            </a:r>
            <a:r>
              <a:rPr lang="ko-KR" altLang="en-US" b="1" u="sng" dirty="0" err="1"/>
              <a:t>비복원</a:t>
            </a:r>
            <a:r>
              <a:rPr lang="ko-KR" altLang="en-US" b="1" u="sng" dirty="0"/>
              <a:t> 무작위 추출</a:t>
            </a:r>
            <a:endParaRPr lang="en-US" altLang="ko-KR" b="1" u="sng" dirty="0"/>
          </a:p>
          <a:p>
            <a:pPr lvl="1"/>
            <a:r>
              <a:rPr lang="ko-KR" altLang="en-US" dirty="0"/>
              <a:t>인덱스 리스트를 </a:t>
            </a:r>
            <a:r>
              <a:rPr lang="ko-KR" altLang="en-US" dirty="0" err="1"/>
              <a:t>셔플한</a:t>
            </a:r>
            <a:r>
              <a:rPr lang="ko-KR" altLang="en-US" dirty="0"/>
              <a:t> 뒤</a:t>
            </a:r>
            <a:r>
              <a:rPr lang="en-US" altLang="ko-KR" dirty="0"/>
              <a:t>, </a:t>
            </a:r>
            <a:r>
              <a:rPr lang="ko-KR" altLang="en-US" dirty="0"/>
              <a:t>배치 사이즈만큼 꺼내고 복원하지 않는다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B4419D-C35B-384E-1970-611ADB07F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514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F3234-1963-A771-B2AC-E846C82F4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1.3. </a:t>
            </a:r>
            <a:r>
              <a:rPr lang="ko-KR" altLang="en-US" u="sng" dirty="0"/>
              <a:t>미니배치 학습기법 비교 실험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BC2A26-97A6-120A-D13A-7CC68E4E0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B5C64DF-5B53-E060-9697-862981262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462088"/>
            <a:ext cx="5695950" cy="4572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D4AF25C-D307-4DF2-783E-96E01675E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825" y="1462088"/>
            <a:ext cx="5572125" cy="4572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EBE809D-C01F-0793-E5DF-4A0D7E4F941A}"/>
              </a:ext>
            </a:extLst>
          </p:cNvPr>
          <p:cNvSpPr txBox="1"/>
          <p:nvPr/>
        </p:nvSpPr>
        <p:spPr>
          <a:xfrm>
            <a:off x="2257425" y="6075144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>
                <a:sym typeface="Wingdings" panose="05000000000000000000" pitchFamily="2" charset="2"/>
              </a:rPr>
              <a:t>학습 곡선이 조금 부드럽게 상승하는 것을 확인할 수 있다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 err="1">
                <a:sym typeface="Wingdings" panose="05000000000000000000" pitchFamily="2" charset="2"/>
              </a:rPr>
              <a:t>손실함수값</a:t>
            </a:r>
            <a:r>
              <a:rPr lang="ko-KR" altLang="en-US" dirty="0">
                <a:sym typeface="Wingdings" panose="05000000000000000000" pitchFamily="2" charset="2"/>
              </a:rPr>
              <a:t> 역시 변동폭이 더 작은 것을 확인할 수 있다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5973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225BDF-318A-9A0B-597A-13659EE43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 </a:t>
            </a:r>
            <a:r>
              <a:rPr lang="ko-KR" altLang="en-US" u="sng" dirty="0"/>
              <a:t>학습 관련 기법들</a:t>
            </a:r>
            <a:br>
              <a:rPr lang="en-US" altLang="ko-KR" u="sng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F989B4-58D0-45BB-B759-02A66036F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54287"/>
            <a:ext cx="10515600" cy="2002064"/>
          </a:xfrm>
        </p:spPr>
        <p:txBody>
          <a:bodyPr>
            <a:normAutofit/>
          </a:bodyPr>
          <a:lstStyle/>
          <a:p>
            <a:r>
              <a:rPr lang="en-US" altLang="ko-KR" dirty="0"/>
              <a:t>2.1. </a:t>
            </a:r>
            <a:r>
              <a:rPr lang="ko-KR" altLang="en-US" dirty="0"/>
              <a:t>최적화 기법 구현 및 비교</a:t>
            </a:r>
            <a:endParaRPr lang="en-US" altLang="ko-KR" dirty="0"/>
          </a:p>
          <a:p>
            <a:r>
              <a:rPr lang="en-US" altLang="ko-KR" dirty="0"/>
              <a:t>2.2. </a:t>
            </a:r>
            <a:r>
              <a:rPr lang="ko-KR" altLang="en-US" dirty="0"/>
              <a:t>가중치 감소와 가중치 초기화</a:t>
            </a:r>
            <a:endParaRPr lang="en-US" altLang="ko-KR" dirty="0"/>
          </a:p>
          <a:p>
            <a:r>
              <a:rPr lang="en-US" altLang="ko-KR" dirty="0"/>
              <a:t>2.3. </a:t>
            </a:r>
            <a:r>
              <a:rPr lang="ko-KR" altLang="en-US" dirty="0"/>
              <a:t>배치 정규화</a:t>
            </a:r>
            <a:r>
              <a:rPr lang="en-US" altLang="ko-KR" dirty="0"/>
              <a:t>, </a:t>
            </a:r>
            <a:r>
              <a:rPr lang="ko-KR" altLang="en-US" dirty="0" err="1"/>
              <a:t>드랍아웃</a:t>
            </a:r>
            <a:endParaRPr lang="en-US" altLang="ko-KR" dirty="0"/>
          </a:p>
          <a:p>
            <a:r>
              <a:rPr lang="en-US" altLang="ko-KR" dirty="0"/>
              <a:t>2.4. </a:t>
            </a:r>
            <a:r>
              <a:rPr lang="ko-KR" altLang="en-US" dirty="0" err="1"/>
              <a:t>초매개변수</a:t>
            </a:r>
            <a:r>
              <a:rPr lang="ko-KR" altLang="en-US" dirty="0"/>
              <a:t> 최적화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08E361-3BA2-1A7D-1FB2-E8E83A6FE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144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E8655-EBDF-4D5B-D65C-6171A5FB0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2.1. </a:t>
            </a:r>
            <a:r>
              <a:rPr lang="ko-KR" altLang="en-US" u="sng" dirty="0"/>
              <a:t>최적화 기법 구현 및 비교</a:t>
            </a:r>
            <a:endParaRPr lang="en-US" altLang="ko-KR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2A1339-3307-5D36-D16A-A63C3A558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최적화 기법들</a:t>
            </a:r>
            <a:endParaRPr lang="en-US" altLang="ko-KR" dirty="0"/>
          </a:p>
          <a:p>
            <a:pPr lvl="1"/>
            <a:r>
              <a:rPr lang="en-US" altLang="ko-KR" dirty="0"/>
              <a:t>Stochastic Gradient Descent</a:t>
            </a:r>
          </a:p>
          <a:p>
            <a:pPr lvl="1"/>
            <a:r>
              <a:rPr lang="en-US" altLang="ko-KR" dirty="0"/>
              <a:t>Momentum</a:t>
            </a:r>
          </a:p>
          <a:p>
            <a:pPr lvl="1"/>
            <a:r>
              <a:rPr lang="en-US" altLang="ko-KR" dirty="0" err="1"/>
              <a:t>AdaGrad</a:t>
            </a:r>
            <a:endParaRPr lang="en-US" altLang="ko-KR" dirty="0"/>
          </a:p>
          <a:p>
            <a:pPr lvl="1"/>
            <a:r>
              <a:rPr lang="en-US" altLang="ko-KR" dirty="0"/>
              <a:t>Adam</a:t>
            </a:r>
          </a:p>
          <a:p>
            <a:pPr lvl="1"/>
            <a:endParaRPr lang="en-US" altLang="ko-KR" dirty="0"/>
          </a:p>
          <a:p>
            <a:r>
              <a:rPr lang="en-US" altLang="ko-KR" i="1" dirty="0"/>
              <a:t>“</a:t>
            </a:r>
            <a:r>
              <a:rPr lang="en-US" altLang="ko-KR" i="1" dirty="0" err="1"/>
              <a:t>AdaGrad</a:t>
            </a:r>
            <a:r>
              <a:rPr lang="ko-KR" altLang="en-US" i="1" dirty="0"/>
              <a:t>는</a:t>
            </a:r>
            <a:r>
              <a:rPr lang="en-US" altLang="ko-KR" i="1" dirty="0"/>
              <a:t>…</a:t>
            </a:r>
            <a:r>
              <a:rPr lang="ko-KR" altLang="en-US" i="1" dirty="0"/>
              <a:t>어느 순간 </a:t>
            </a:r>
            <a:r>
              <a:rPr lang="ko-KR" altLang="en-US" i="1" dirty="0" err="1"/>
              <a:t>갱신량이</a:t>
            </a:r>
            <a:r>
              <a:rPr lang="ko-KR" altLang="en-US" i="1" dirty="0"/>
              <a:t> </a:t>
            </a:r>
            <a:r>
              <a:rPr lang="en-US" altLang="ko-KR" i="1" dirty="0"/>
              <a:t>0</a:t>
            </a:r>
            <a:r>
              <a:rPr lang="ko-KR" altLang="en-US" i="1" dirty="0"/>
              <a:t>이 되어</a:t>
            </a:r>
            <a:r>
              <a:rPr lang="en-US" altLang="ko-KR" i="1" dirty="0"/>
              <a:t>, </a:t>
            </a:r>
            <a:r>
              <a:rPr lang="ko-KR" altLang="en-US" i="1" dirty="0"/>
              <a:t>전혀 갱신되지 않게 되죠</a:t>
            </a:r>
            <a:r>
              <a:rPr lang="en-US" altLang="ko-KR" i="1" dirty="0"/>
              <a:t>. </a:t>
            </a:r>
            <a:r>
              <a:rPr lang="ko-KR" altLang="en-US" i="1" dirty="0"/>
              <a:t>이 문제를 개선한 기법으로서 </a:t>
            </a:r>
            <a:r>
              <a:rPr lang="en-US" altLang="ko-KR" b="1" i="1" u="sng" dirty="0" err="1"/>
              <a:t>RMSProp</a:t>
            </a:r>
            <a:r>
              <a:rPr lang="ko-KR" altLang="en-US" i="1" dirty="0"/>
              <a:t>이라는 방법이 있습니다</a:t>
            </a:r>
            <a:r>
              <a:rPr lang="en-US" altLang="ko-KR" i="1" dirty="0"/>
              <a:t>.”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D2887D-AF49-79E2-8B34-E24B4228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16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D41201-8627-4D56-3EC4-A29A79C7467A}"/>
                  </a:ext>
                </a:extLst>
              </p:cNvPr>
              <p:cNvSpPr txBox="1"/>
              <p:nvPr/>
            </p:nvSpPr>
            <p:spPr>
              <a:xfrm>
                <a:off x="4744451" y="5271758"/>
                <a:ext cx="5490411" cy="10845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ko-KR" altLang="en-US" sz="2400" b="1" i="1" smtClean="0">
                          <a:latin typeface="Cambria Math" panose="02040503050406030204" pitchFamily="18" charset="0"/>
                        </a:rPr>
                        <m:t>𝜷</m:t>
                      </m:r>
                      <m:sSub>
                        <m:sSubPr>
                          <m:ctrlPr>
                            <a:rPr lang="en-US" altLang="ko-K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2400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𝜵</m:t>
                      </m:r>
                      <m:sSup>
                        <m:sSup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altLang="ko-K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ko-K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altLang="ko-K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altLang="ko-KR" sz="2400" b="1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− </m:t>
                      </m:r>
                      <m:f>
                        <m:f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4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ko-KR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ko-KR" sz="2400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ko-KR" sz="24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2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ko-KR" altLang="en-US" sz="2400" b="1" i="1" smtClean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rad>
                        </m:den>
                      </m:f>
                      <m:r>
                        <a:rPr lang="en-US" altLang="ko-K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𝜵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D41201-8627-4D56-3EC4-A29A79C74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451" y="5271758"/>
                <a:ext cx="5490411" cy="10845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5141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12780-0E88-F1D1-529A-7277942A6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2.1. </a:t>
            </a:r>
            <a:r>
              <a:rPr lang="ko-KR" altLang="en-US" u="sng" dirty="0"/>
              <a:t>최적화 기법 구현 및 비교</a:t>
            </a:r>
            <a:endParaRPr lang="ko-KR" altLang="en-US" dirty="0"/>
          </a:p>
        </p:txBody>
      </p:sp>
      <p:pic>
        <p:nvPicPr>
          <p:cNvPr id="6" name="내용 개체 틀 5" descr="텍스트, 스크린샷, 도표, 라인이(가) 표시된 사진&#10;&#10;자동 생성된 설명">
            <a:extLst>
              <a:ext uri="{FF2B5EF4-FFF2-40B4-BE49-F238E27FC236}">
                <a16:creationId xmlns:a16="http://schemas.microsoft.com/office/drawing/2014/main" id="{869F037C-59ED-9BA4-D6ED-BE2CEF839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58623"/>
            <a:ext cx="5340107" cy="4215392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E3165-0590-6542-BA20-BEAE7C01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8" name="그림 7" descr="텍스트, 스크린샷, 도표, 그래프이(가) 표시된 사진&#10;&#10;자동 생성된 설명">
            <a:extLst>
              <a:ext uri="{FF2B5EF4-FFF2-40B4-BE49-F238E27FC236}">
                <a16:creationId xmlns:a16="http://schemas.microsoft.com/office/drawing/2014/main" id="{0D8D8C6A-BFF0-52B8-7198-78EE97E0A1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407" y="1458623"/>
            <a:ext cx="5340107" cy="421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498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F0FB5D-2108-1BCC-4A45-34B6B658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2.1. </a:t>
            </a:r>
            <a:r>
              <a:rPr lang="ko-KR" altLang="en-US" u="sng" dirty="0"/>
              <a:t>최적화 기법 구현 및 비교</a:t>
            </a:r>
            <a:endParaRPr lang="ko-KR" altLang="en-US" dirty="0"/>
          </a:p>
        </p:txBody>
      </p:sp>
      <p:pic>
        <p:nvPicPr>
          <p:cNvPr id="6" name="내용 개체 틀 5" descr="텍스트, 스크린샷, 그래프, 라인이(가) 표시된 사진&#10;&#10;자동 생성된 설명">
            <a:extLst>
              <a:ext uri="{FF2B5EF4-FFF2-40B4-BE49-F238E27FC236}">
                <a16:creationId xmlns:a16="http://schemas.microsoft.com/office/drawing/2014/main" id="{70F508DB-548E-8D4C-C9DF-0358890CB1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337" y="1620992"/>
            <a:ext cx="5294127" cy="4351338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EC7749-84BA-EE03-B5D1-34B71887D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8" name="그림 7" descr="텍스트, 스크린샷, 그래프, 라인이(가) 표시된 사진&#10;&#10;자동 생성된 설명">
            <a:extLst>
              <a:ext uri="{FF2B5EF4-FFF2-40B4-BE49-F238E27FC236}">
                <a16:creationId xmlns:a16="http://schemas.microsoft.com/office/drawing/2014/main" id="{005D1679-9411-AC93-F25E-23A4D7616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004" y="1581459"/>
            <a:ext cx="5340107" cy="43891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3FE84C-73F9-6610-3764-D89AA1415DE2}"/>
              </a:ext>
            </a:extLst>
          </p:cNvPr>
          <p:cNvSpPr txBox="1"/>
          <p:nvPr/>
        </p:nvSpPr>
        <p:spPr>
          <a:xfrm>
            <a:off x="2198914" y="1634908"/>
            <a:ext cx="286294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My code Implementation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95EF4F-8AAA-3F02-21A0-21DA46C91954}"/>
              </a:ext>
            </a:extLst>
          </p:cNvPr>
          <p:cNvSpPr txBox="1"/>
          <p:nvPr/>
        </p:nvSpPr>
        <p:spPr>
          <a:xfrm>
            <a:off x="7772399" y="1634908"/>
            <a:ext cx="286294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Textbook Implementation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8784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8F0995-218A-6C41-0BAD-5A54145C3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2.2. </a:t>
            </a:r>
            <a:r>
              <a:rPr lang="ko-KR" altLang="en-US" u="sng" dirty="0"/>
              <a:t>가중치 감소와 가중치 초기화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E757C2-91DC-C8DA-B27C-ED32DBF94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u="sng" dirty="0" err="1"/>
              <a:t>은닉층</a:t>
            </a:r>
            <a:r>
              <a:rPr lang="ko-KR" altLang="en-US" u="sng" dirty="0"/>
              <a:t> </a:t>
            </a:r>
            <a:r>
              <a:rPr lang="en-US" altLang="ko-KR" b="1" u="sng" dirty="0"/>
              <a:t>100 * 2 </a:t>
            </a:r>
            <a:r>
              <a:rPr lang="en-US" altLang="ko-KR" b="1" u="sng" dirty="0">
                <a:sym typeface="Wingdings" panose="05000000000000000000" pitchFamily="2" charset="2"/>
              </a:rPr>
              <a:t> </a:t>
            </a:r>
            <a:r>
              <a:rPr lang="en-US" altLang="ko-KR" b="1" u="sng" dirty="0"/>
              <a:t>100 * 5</a:t>
            </a:r>
            <a:r>
              <a:rPr lang="ko-KR" altLang="en-US" u="sng" dirty="0"/>
              <a:t>↑</a:t>
            </a:r>
            <a:r>
              <a:rPr lang="en-US" altLang="ko-KR" dirty="0"/>
              <a:t>+ </a:t>
            </a:r>
            <a:r>
              <a:rPr lang="ko-KR" altLang="en-US" u="sng" dirty="0"/>
              <a:t>학습데이터양 ↓</a:t>
            </a:r>
            <a:r>
              <a:rPr lang="en-US" altLang="ko-KR" dirty="0"/>
              <a:t> =</a:t>
            </a:r>
            <a:r>
              <a:rPr lang="en-US" altLang="ko-KR" u="sng" dirty="0"/>
              <a:t>over-fitting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가중치 감소</a:t>
            </a:r>
            <a:r>
              <a:rPr lang="en-US" altLang="ko-KR" dirty="0">
                <a:sym typeface="Wingdings" panose="05000000000000000000" pitchFamily="2" charset="2"/>
              </a:rPr>
              <a:t>(weight decay)</a:t>
            </a:r>
            <a:r>
              <a:rPr lang="ko-KR" altLang="en-US" dirty="0">
                <a:sym typeface="Wingdings" panose="05000000000000000000" pitchFamily="2" charset="2"/>
              </a:rPr>
              <a:t> 기법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교재에서 다룬 것은 </a:t>
            </a:r>
            <a:r>
              <a:rPr lang="en-US" altLang="ko-KR" dirty="0">
                <a:sym typeface="Wingdings" panose="05000000000000000000" pitchFamily="2" charset="2"/>
              </a:rPr>
              <a:t>L2 Regularization</a:t>
            </a:r>
          </a:p>
          <a:p>
            <a:pPr lvl="1"/>
            <a:r>
              <a:rPr lang="en-US" altLang="ko-KR" b="1" u="sng" dirty="0">
                <a:sym typeface="Wingdings" panose="05000000000000000000" pitchFamily="2" charset="2"/>
              </a:rPr>
              <a:t>L1 Regularization</a:t>
            </a:r>
            <a:r>
              <a:rPr lang="ko-KR" altLang="en-US" b="1" u="sng" dirty="0">
                <a:sym typeface="Wingdings" panose="05000000000000000000" pitchFamily="2" charset="2"/>
              </a:rPr>
              <a:t>은 어떨까</a:t>
            </a:r>
            <a:r>
              <a:rPr lang="en-US" altLang="ko-KR" b="1" u="sng" dirty="0">
                <a:sym typeface="Wingdings" panose="05000000000000000000" pitchFamily="2" charset="2"/>
              </a:rPr>
              <a:t>?</a:t>
            </a:r>
          </a:p>
          <a:p>
            <a:pPr lvl="1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가중치 초기화 기법</a:t>
            </a:r>
            <a:endParaRPr lang="en-US" altLang="ko-KR" dirty="0"/>
          </a:p>
          <a:p>
            <a:pPr lvl="1"/>
            <a:r>
              <a:rPr lang="ko-KR" altLang="en-US" b="1" u="sng" dirty="0"/>
              <a:t>가중치 감소 기법과의 상관관계는 없을까</a:t>
            </a:r>
            <a:r>
              <a:rPr lang="en-US" altLang="ko-KR" b="1" u="sng" dirty="0"/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5ECA65-C168-6B17-0726-0698A31B6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328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61EF3-7F2F-6E5E-0DC5-72DC9F399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2.2. </a:t>
            </a:r>
            <a:r>
              <a:rPr lang="ko-KR" altLang="en-US" u="sng" dirty="0"/>
              <a:t>가중치 감소와 가중치 초기화</a:t>
            </a:r>
            <a:endParaRPr lang="ko-KR" altLang="en-US" dirty="0"/>
          </a:p>
        </p:txBody>
      </p:sp>
      <p:pic>
        <p:nvPicPr>
          <p:cNvPr id="6" name="내용 개체 틀 5" descr="텍스트, 라인, 스크린샷, 도표이(가) 표시된 사진&#10;&#10;자동 생성된 설명">
            <a:extLst>
              <a:ext uri="{FF2B5EF4-FFF2-40B4-BE49-F238E27FC236}">
                <a16:creationId xmlns:a16="http://schemas.microsoft.com/office/drawing/2014/main" id="{72415467-88FE-721C-FF21-FD78CA434B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226" y="1522446"/>
            <a:ext cx="5184658" cy="4160528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03601-8EC4-1C25-7B9E-A41E781A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8" name="그림 7" descr="텍스트, 라인, 스크린샷, 도표이(가) 표시된 사진&#10;&#10;자동 생성된 설명">
            <a:extLst>
              <a:ext uri="{FF2B5EF4-FFF2-40B4-BE49-F238E27FC236}">
                <a16:creationId xmlns:a16="http://schemas.microsoft.com/office/drawing/2014/main" id="{189B1A06-030A-F0DA-060F-6FE58B303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18" y="1522446"/>
            <a:ext cx="5184658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34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61EF3-7F2F-6E5E-0DC5-72DC9F399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2.2. </a:t>
            </a:r>
            <a:r>
              <a:rPr lang="ko-KR" altLang="en-US" u="sng" dirty="0"/>
              <a:t>가중치 감소와 가중치 초기화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03601-8EC4-1C25-7B9E-A41E781A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8" name="그림 7" descr="텍스트, 라인, 스크린샷, 도표이(가) 표시된 사진&#10;&#10;자동 생성된 설명">
            <a:extLst>
              <a:ext uri="{FF2B5EF4-FFF2-40B4-BE49-F238E27FC236}">
                <a16:creationId xmlns:a16="http://schemas.microsoft.com/office/drawing/2014/main" id="{189B1A06-030A-F0DA-060F-6FE58B303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18" y="1522446"/>
            <a:ext cx="5184658" cy="4160528"/>
          </a:xfrm>
          <a:prstGeom prst="rect">
            <a:avLst/>
          </a:prstGeom>
        </p:spPr>
      </p:pic>
      <p:pic>
        <p:nvPicPr>
          <p:cNvPr id="9" name="내용 개체 틀 8" descr="텍스트, 라인, 스크린샷, 도표이(가) 표시된 사진&#10;&#10;자동 생성된 설명">
            <a:extLst>
              <a:ext uri="{FF2B5EF4-FFF2-40B4-BE49-F238E27FC236}">
                <a16:creationId xmlns:a16="http://schemas.microsoft.com/office/drawing/2014/main" id="{34F024BD-A344-34C7-A151-EE70AB8D1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142" y="1522446"/>
            <a:ext cx="5184658" cy="416052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44AB1C-48B8-2F11-B259-9E0EC3170C8F}"/>
              </a:ext>
            </a:extLst>
          </p:cNvPr>
          <p:cNvSpPr txBox="1"/>
          <p:nvPr/>
        </p:nvSpPr>
        <p:spPr>
          <a:xfrm>
            <a:off x="2253343" y="5780314"/>
            <a:ext cx="8360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테스트셋에 대한 정확도 자체는 소폭 상승했으나</a:t>
            </a:r>
            <a:r>
              <a:rPr lang="en-US" altLang="ko-KR" dirty="0">
                <a:sym typeface="Wingdings" panose="05000000000000000000" pitchFamily="2" charset="2"/>
              </a:rPr>
              <a:t>,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L1 </a:t>
            </a:r>
            <a:r>
              <a:rPr lang="ko-KR" altLang="en-US" dirty="0">
                <a:sym typeface="Wingdings" panose="05000000000000000000" pitchFamily="2" charset="2"/>
              </a:rPr>
              <a:t>정규화는 </a:t>
            </a:r>
            <a:r>
              <a:rPr lang="en-US" altLang="ko-KR" dirty="0">
                <a:sym typeface="Wingdings" panose="05000000000000000000" pitchFamily="2" charset="2"/>
              </a:rPr>
              <a:t>L2 </a:t>
            </a:r>
            <a:r>
              <a:rPr lang="ko-KR" altLang="en-US" dirty="0">
                <a:sym typeface="Wingdings" panose="05000000000000000000" pitchFamily="2" charset="2"/>
              </a:rPr>
              <a:t>정규화에 비해 </a:t>
            </a:r>
            <a:r>
              <a:rPr lang="en-US" altLang="ko-KR" dirty="0">
                <a:sym typeface="Wingdings" panose="05000000000000000000" pitchFamily="2" charset="2"/>
              </a:rPr>
              <a:t>over-fitting</a:t>
            </a:r>
            <a:r>
              <a:rPr lang="ko-KR" altLang="en-US" dirty="0">
                <a:sym typeface="Wingdings" panose="05000000000000000000" pitchFamily="2" charset="2"/>
              </a:rPr>
              <a:t>을 억제하는 효과 자체는 적다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7DFA571-0985-88B6-659F-DF18503FAF97}"/>
              </a:ext>
            </a:extLst>
          </p:cNvPr>
          <p:cNvCxnSpPr>
            <a:cxnSpLocks/>
          </p:cNvCxnSpPr>
          <p:nvPr/>
        </p:nvCxnSpPr>
        <p:spPr>
          <a:xfrm>
            <a:off x="1055914" y="2754085"/>
            <a:ext cx="1018903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481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61EF3-7F2F-6E5E-0DC5-72DC9F399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2.2. </a:t>
            </a:r>
            <a:r>
              <a:rPr lang="ko-KR" altLang="en-US" u="sng" dirty="0"/>
              <a:t>가중치 감소와 가중치 초기화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03601-8EC4-1C25-7B9E-A41E781A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8" name="그림 7" descr="텍스트, 라인, 스크린샷, 도표이(가) 표시된 사진&#10;&#10;자동 생성된 설명">
            <a:extLst>
              <a:ext uri="{FF2B5EF4-FFF2-40B4-BE49-F238E27FC236}">
                <a16:creationId xmlns:a16="http://schemas.microsoft.com/office/drawing/2014/main" id="{189B1A06-030A-F0DA-060F-6FE58B303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18" y="1522446"/>
            <a:ext cx="5184658" cy="41605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44AB1C-48B8-2F11-B259-9E0EC3170C8F}"/>
              </a:ext>
            </a:extLst>
          </p:cNvPr>
          <p:cNvSpPr txBox="1"/>
          <p:nvPr/>
        </p:nvSpPr>
        <p:spPr>
          <a:xfrm>
            <a:off x="2253343" y="5780314"/>
            <a:ext cx="8360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>
                <a:sym typeface="Wingdings" panose="05000000000000000000" pitchFamily="2" charset="2"/>
              </a:rPr>
              <a:t> 정확도 자체가 향상되지 않는 문제 발생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>
                <a:sym typeface="Wingdings" panose="05000000000000000000" pitchFamily="2" charset="2"/>
              </a:rPr>
              <a:t>원인은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</a:p>
        </p:txBody>
      </p:sp>
      <p:pic>
        <p:nvPicPr>
          <p:cNvPr id="7" name="내용 개체 틀 6" descr="텍스트, 스크린샷, 라인, 번호이(가) 표시된 사진&#10;&#10;자동 생성된 설명">
            <a:extLst>
              <a:ext uri="{FF2B5EF4-FFF2-40B4-BE49-F238E27FC236}">
                <a16:creationId xmlns:a16="http://schemas.microsoft.com/office/drawing/2014/main" id="{75780C09-49E1-72F6-8ED9-0D19859EE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846" y="1516434"/>
            <a:ext cx="5266954" cy="416052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7F87397C-14EF-2423-BF00-C02B447C3669}"/>
                  </a:ext>
                </a:extLst>
              </p14:cNvPr>
              <p14:cNvContentPartPr/>
              <p14:nvPr/>
            </p14:nvContentPartPr>
            <p14:xfrm>
              <a:off x="6335537" y="2046480"/>
              <a:ext cx="11160" cy="36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7F87397C-14EF-2423-BF00-C02B447C36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81537" y="1938840"/>
                <a:ext cx="118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C09910C7-F062-AF08-600B-38FCDB61F541}"/>
                  </a:ext>
                </a:extLst>
              </p14:cNvPr>
              <p14:cNvContentPartPr/>
              <p14:nvPr/>
            </p14:nvContentPartPr>
            <p14:xfrm>
              <a:off x="6367937" y="2046480"/>
              <a:ext cx="282600" cy="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C09910C7-F062-AF08-600B-38FCDB61F54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13937" y="1938840"/>
                <a:ext cx="390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CD487BC4-0F61-F7A6-ABDF-948B0BEA0F7D}"/>
                  </a:ext>
                </a:extLst>
              </p14:cNvPr>
              <p14:cNvContentPartPr/>
              <p14:nvPr/>
            </p14:nvContentPartPr>
            <p14:xfrm>
              <a:off x="8969640" y="1687200"/>
              <a:ext cx="360" cy="36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CD487BC4-0F61-F7A6-ABDF-948B0BEA0F7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15640" y="157956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D4F59BA9-2181-A356-21F9-8E96B1E3FD5E}"/>
                  </a:ext>
                </a:extLst>
              </p14:cNvPr>
              <p14:cNvContentPartPr/>
              <p14:nvPr/>
            </p14:nvContentPartPr>
            <p14:xfrm>
              <a:off x="8969640" y="1654080"/>
              <a:ext cx="1762920" cy="4500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D4F59BA9-2181-A356-21F9-8E96B1E3FD5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15640" y="1546080"/>
                <a:ext cx="187056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247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07006-0C91-77E2-36DB-7E6D43FD4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2.2. </a:t>
            </a:r>
            <a:r>
              <a:rPr lang="ko-KR" altLang="en-US" u="sng" dirty="0"/>
              <a:t>가중치 감소와 가중치 초기화</a:t>
            </a:r>
            <a:endParaRPr lang="ko-KR" altLang="en-US" dirty="0"/>
          </a:p>
        </p:txBody>
      </p:sp>
      <p:pic>
        <p:nvPicPr>
          <p:cNvPr id="6" name="내용 개체 틀 5" descr="텍스트, 스크린샷, 라인, 평행이(가) 표시된 사진&#10;&#10;자동 생성된 설명">
            <a:extLst>
              <a:ext uri="{FF2B5EF4-FFF2-40B4-BE49-F238E27FC236}">
                <a16:creationId xmlns:a16="http://schemas.microsoft.com/office/drawing/2014/main" id="{6295F865-3EE5-60A3-EB23-91D1B1F6E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30" y="1396774"/>
            <a:ext cx="5801784" cy="4351338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F53EB7-BE98-FF7C-A538-45AAF3D5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9" name="그림 8" descr="스트, 스크린샷, 라인, 그래프이(가) 표시된 사진">
            <a:extLst>
              <a:ext uri="{FF2B5EF4-FFF2-40B4-BE49-F238E27FC236}">
                <a16:creationId xmlns:a16="http://schemas.microsoft.com/office/drawing/2014/main" id="{E1207A0C-9919-4D91-1866-2AA776B35B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214" y="1396774"/>
            <a:ext cx="5852172" cy="438912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991C6B-8949-3267-5AA8-5C8B6D8768B4}"/>
                  </a:ext>
                </a:extLst>
              </p:cNvPr>
              <p:cNvSpPr txBox="1"/>
              <p:nvPr/>
            </p:nvSpPr>
            <p:spPr>
              <a:xfrm>
                <a:off x="149430" y="5782981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𝑁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(0, 0.01)</m:t>
                      </m:r>
                    </m:oMath>
                  </m:oMathPara>
                </a14:m>
                <a:endParaRPr lang="en-US" altLang="ko-KR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991C6B-8949-3267-5AA8-5C8B6D876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30" y="5782981"/>
                <a:ext cx="6096000" cy="461665"/>
              </a:xfrm>
              <a:prstGeom prst="rect">
                <a:avLst/>
              </a:prstGeom>
              <a:blipFill>
                <a:blip r:embed="rId5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E33C45-1CA7-FF53-9443-A7E4BAE98E4E}"/>
                  </a:ext>
                </a:extLst>
              </p:cNvPr>
              <p:cNvSpPr txBox="1"/>
              <p:nvPr/>
            </p:nvSpPr>
            <p:spPr>
              <a:xfrm>
                <a:off x="5829300" y="5441571"/>
                <a:ext cx="6096000" cy="1183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𝑁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(0, </m:t>
                      </m:r>
                      <m:rad>
                        <m:radPr>
                          <m:degHide m:val="on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ko-K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fPr>
                            <m:num>
                              <m:r>
                                <a:rPr lang="en-US" altLang="ko-KR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ko-K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)</m:t>
                      </m:r>
                    </m:oMath>
                  </m:oMathPara>
                </a14:m>
                <a:endParaRPr lang="en-US" altLang="ko-KR" sz="2400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E33C45-1CA7-FF53-9443-A7E4BAE98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00" y="5441571"/>
                <a:ext cx="6096000" cy="11835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7254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07006-0C91-77E2-36DB-7E6D43FD4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2.2. </a:t>
            </a:r>
            <a:r>
              <a:rPr lang="ko-KR" altLang="en-US" u="sng" dirty="0"/>
              <a:t>가중치 감소와 가중치 초기화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F53EB7-BE98-FF7C-A538-45AAF3D5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10" name="그림 9" descr="텍스트, 그래프, 스크린샷, 라인이(가) 표시된 사진&#10;&#10;자동 생성된 설명">
            <a:extLst>
              <a:ext uri="{FF2B5EF4-FFF2-40B4-BE49-F238E27FC236}">
                <a16:creationId xmlns:a16="http://schemas.microsoft.com/office/drawing/2014/main" id="{3C80EABF-B6D8-E9E3-F047-25A86B31B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1343292"/>
            <a:ext cx="5852172" cy="4389129"/>
          </a:xfrm>
          <a:prstGeom prst="rect">
            <a:avLst/>
          </a:prstGeom>
        </p:spPr>
      </p:pic>
      <p:pic>
        <p:nvPicPr>
          <p:cNvPr id="12" name="그림 11" descr="텍스트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AB3BD51F-E5D5-E971-F304-9B25CD9C6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43292"/>
            <a:ext cx="5852172" cy="438912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543AF4-E2FE-E7DC-2DCE-F5734EB27E43}"/>
                  </a:ext>
                </a:extLst>
              </p:cNvPr>
              <p:cNvSpPr txBox="1"/>
              <p:nvPr/>
            </p:nvSpPr>
            <p:spPr>
              <a:xfrm>
                <a:off x="121914" y="5547710"/>
                <a:ext cx="6096000" cy="1183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𝑁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(0, </m:t>
                      </m:r>
                      <m:rad>
                        <m:radPr>
                          <m:degHide m:val="on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fPr>
                            <m:num>
                              <m:r>
                                <a:rPr lang="en-US" altLang="ko-KR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)</m:t>
                      </m:r>
                    </m:oMath>
                  </m:oMathPara>
                </a14:m>
                <a:endParaRPr lang="en-US" altLang="ko-KR" sz="2400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543AF4-E2FE-E7DC-2DCE-F5734EB27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14" y="5547710"/>
                <a:ext cx="6096000" cy="11835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0FCCA47-D074-756E-A87D-0D4CD67439C2}"/>
                  </a:ext>
                </a:extLst>
              </p:cNvPr>
              <p:cNvSpPr txBox="1"/>
              <p:nvPr/>
            </p:nvSpPr>
            <p:spPr>
              <a:xfrm>
                <a:off x="5974086" y="5452621"/>
                <a:ext cx="6096000" cy="1183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𝑁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(0, </m:t>
                      </m:r>
                      <m:rad>
                        <m:radPr>
                          <m:degHide m:val="on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fPr>
                            <m:num>
                              <m:r>
                                <a:rPr lang="en-US" altLang="ko-KR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)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0FCCA47-D074-756E-A87D-0D4CD6743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086" y="5452621"/>
                <a:ext cx="6096000" cy="11835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231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D949C2-A975-2BC8-5DB1-8413F2F6D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2.2. </a:t>
            </a:r>
            <a:r>
              <a:rPr lang="ko-KR" altLang="en-US" u="sng" dirty="0"/>
              <a:t>가중치 감소와 가중치 초기화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E19BB8-0D25-B372-7DE4-AFCA25233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51D8F2-74D4-9EC5-984C-1B8E1CE01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0135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13FC9-06EB-0C79-5886-69EBF892E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2.3. </a:t>
            </a:r>
            <a:r>
              <a:rPr lang="ko-KR" altLang="en-US" u="sng" dirty="0"/>
              <a:t>배치 정규화와 </a:t>
            </a:r>
            <a:r>
              <a:rPr lang="ko-KR" altLang="en-US" u="sng" dirty="0" err="1"/>
              <a:t>드랍아웃</a:t>
            </a:r>
            <a:endParaRPr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DB1597-7A01-5395-AF26-3C36E694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16" name="내용 개체 틀 15" descr="텍스트, 도표, 평행, 라인이(가) 표시된 사진&#10;&#10;자동 생성된 설명">
            <a:extLst>
              <a:ext uri="{FF2B5EF4-FFF2-40B4-BE49-F238E27FC236}">
                <a16:creationId xmlns:a16="http://schemas.microsoft.com/office/drawing/2014/main" id="{845F847D-131D-8E9F-652D-0818A81956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533" y="1690688"/>
            <a:ext cx="5329267" cy="4351338"/>
          </a:xfrm>
        </p:spPr>
      </p:pic>
      <p:pic>
        <p:nvPicPr>
          <p:cNvPr id="18" name="그림 17" descr="텍스트, 도표, 라인, 평행이(가) 표시된 사진&#10;&#10;자동 생성된 설명">
            <a:extLst>
              <a:ext uri="{FF2B5EF4-FFF2-40B4-BE49-F238E27FC236}">
                <a16:creationId xmlns:a16="http://schemas.microsoft.com/office/drawing/2014/main" id="{FC21E8D1-FC12-7C0E-8C19-C499A33E72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86" y="1690688"/>
            <a:ext cx="5431547" cy="443484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ADFAAC8-52DD-D2CC-180E-AC5A7CA9FD77}"/>
              </a:ext>
            </a:extLst>
          </p:cNvPr>
          <p:cNvSpPr txBox="1"/>
          <p:nvPr/>
        </p:nvSpPr>
        <p:spPr>
          <a:xfrm>
            <a:off x="685090" y="1690688"/>
            <a:ext cx="5329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My</a:t>
            </a:r>
            <a:r>
              <a:rPr lang="ko-KR" altLang="en-US" sz="1600" dirty="0"/>
              <a:t> </a:t>
            </a:r>
            <a:r>
              <a:rPr lang="en-US" altLang="ko-KR" sz="1600" dirty="0"/>
              <a:t>Batch Normalization with various weight </a:t>
            </a:r>
            <a:r>
              <a:rPr lang="en-US" altLang="ko-KR" sz="1600" dirty="0" err="1"/>
              <a:t>inits</a:t>
            </a:r>
            <a:endParaRPr lang="ko-KR" alt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F915D4-7E90-751C-12BD-F19862305696}"/>
              </a:ext>
            </a:extLst>
          </p:cNvPr>
          <p:cNvSpPr txBox="1"/>
          <p:nvPr/>
        </p:nvSpPr>
        <p:spPr>
          <a:xfrm>
            <a:off x="5945966" y="1678573"/>
            <a:ext cx="5329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Textbook</a:t>
            </a:r>
            <a:r>
              <a:rPr lang="ko-KR" altLang="en-US" sz="1600" dirty="0"/>
              <a:t> </a:t>
            </a:r>
            <a:r>
              <a:rPr lang="en-US" altLang="ko-KR" sz="1600" dirty="0"/>
              <a:t>Batch Normalization with various weight </a:t>
            </a:r>
            <a:r>
              <a:rPr lang="en-US" altLang="ko-KR" sz="1600" dirty="0" err="1"/>
              <a:t>inits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37562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13FC9-06EB-0C79-5886-69EBF892E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2.3. </a:t>
            </a:r>
            <a:r>
              <a:rPr lang="ko-KR" altLang="en-US" u="sng" dirty="0"/>
              <a:t>배치 정규화와 </a:t>
            </a:r>
            <a:r>
              <a:rPr lang="ko-KR" altLang="en-US" u="sng" dirty="0" err="1"/>
              <a:t>드랍아웃</a:t>
            </a:r>
            <a:endParaRPr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DB1597-7A01-5395-AF26-3C36E694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18" name="그림 17" descr="텍스트, 도표, 라인, 평행이(가) 표시된 사진&#10;&#10;자동 생성된 설명">
            <a:extLst>
              <a:ext uri="{FF2B5EF4-FFF2-40B4-BE49-F238E27FC236}">
                <a16:creationId xmlns:a16="http://schemas.microsoft.com/office/drawing/2014/main" id="{FC21E8D1-FC12-7C0E-8C19-C499A33E7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86" y="1690688"/>
            <a:ext cx="5431547" cy="443484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ADFAAC8-52DD-D2CC-180E-AC5A7CA9FD77}"/>
              </a:ext>
            </a:extLst>
          </p:cNvPr>
          <p:cNvSpPr txBox="1"/>
          <p:nvPr/>
        </p:nvSpPr>
        <p:spPr>
          <a:xfrm>
            <a:off x="685090" y="1690688"/>
            <a:ext cx="5329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My</a:t>
            </a:r>
            <a:r>
              <a:rPr lang="ko-KR" altLang="en-US" sz="1600" dirty="0"/>
              <a:t> </a:t>
            </a:r>
            <a:r>
              <a:rPr lang="en-US" altLang="ko-KR" sz="1600" dirty="0"/>
              <a:t>Batch Normalization </a:t>
            </a:r>
            <a:r>
              <a:rPr lang="en-US" altLang="ko-KR" sz="1600" b="1" u="sng" dirty="0"/>
              <a:t>BEFORE</a:t>
            </a:r>
            <a:r>
              <a:rPr lang="en-US" altLang="ko-KR" sz="1600" dirty="0"/>
              <a:t> </a:t>
            </a:r>
            <a:r>
              <a:rPr lang="en-US" altLang="ko-KR" sz="1600" dirty="0" err="1"/>
              <a:t>Activ</a:t>
            </a:r>
            <a:r>
              <a:rPr lang="en-US" altLang="ko-KR" sz="1600" dirty="0"/>
              <a:t>. layers</a:t>
            </a:r>
            <a:endParaRPr lang="ko-KR" altLang="en-US" sz="1600" dirty="0"/>
          </a:p>
        </p:txBody>
      </p:sp>
      <p:pic>
        <p:nvPicPr>
          <p:cNvPr id="7" name="그림 6" descr="텍스트, 도표, 라인, 그래프이(가) 표시된 사진&#10;&#10;자동 생성된 설명">
            <a:extLst>
              <a:ext uri="{FF2B5EF4-FFF2-40B4-BE49-F238E27FC236}">
                <a16:creationId xmlns:a16="http://schemas.microsoft.com/office/drawing/2014/main" id="{6D6114A8-1877-C49F-10B9-5D7A58345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252" y="1690688"/>
            <a:ext cx="5184658" cy="44348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1B51A6-7BC5-371C-6030-AF1C9BDB57E5}"/>
              </a:ext>
            </a:extLst>
          </p:cNvPr>
          <p:cNvSpPr txBox="1"/>
          <p:nvPr/>
        </p:nvSpPr>
        <p:spPr>
          <a:xfrm>
            <a:off x="6322252" y="1636818"/>
            <a:ext cx="5329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My</a:t>
            </a:r>
            <a:r>
              <a:rPr lang="ko-KR" altLang="en-US" sz="1600" dirty="0"/>
              <a:t> </a:t>
            </a:r>
            <a:r>
              <a:rPr lang="en-US" altLang="ko-KR" sz="1600" dirty="0"/>
              <a:t>Batch Normalization </a:t>
            </a:r>
            <a:r>
              <a:rPr lang="en-US" altLang="ko-KR" sz="1600" b="1" u="sng" dirty="0"/>
              <a:t>AFTER</a:t>
            </a:r>
            <a:r>
              <a:rPr lang="en-US" altLang="ko-KR" sz="1600" dirty="0"/>
              <a:t> </a:t>
            </a:r>
            <a:r>
              <a:rPr lang="en-US" altLang="ko-KR" sz="1600" dirty="0" err="1"/>
              <a:t>Activ</a:t>
            </a:r>
            <a:r>
              <a:rPr lang="en-US" altLang="ko-KR" sz="1600" dirty="0"/>
              <a:t>. layers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264522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D6577-660A-DC29-277A-EBAF122E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2.3. </a:t>
            </a:r>
            <a:r>
              <a:rPr lang="ko-KR" altLang="en-US" u="sng" dirty="0"/>
              <a:t>배치 정규화와 </a:t>
            </a:r>
            <a:r>
              <a:rPr lang="ko-KR" altLang="en-US" u="sng" dirty="0" err="1"/>
              <a:t>드랍아웃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CEC716-067D-5F6A-5175-D45A4E9F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10" name="내용 개체 틀 9" descr="텍스트, 스크린샷, 그래프, 라인이(가) 표시된 사진&#10;&#10;자동 생성된 설명">
            <a:extLst>
              <a:ext uri="{FF2B5EF4-FFF2-40B4-BE49-F238E27FC236}">
                <a16:creationId xmlns:a16="http://schemas.microsoft.com/office/drawing/2014/main" id="{7D88741F-BBBB-580E-F51E-76EF819410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40760"/>
            <a:ext cx="5001778" cy="3776479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20246B-50CB-8490-17CE-33D430933F53}"/>
              </a:ext>
            </a:extLst>
          </p:cNvPr>
          <p:cNvSpPr txBox="1"/>
          <p:nvPr/>
        </p:nvSpPr>
        <p:spPr>
          <a:xfrm>
            <a:off x="2002971" y="5317239"/>
            <a:ext cx="315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데이터</a:t>
            </a:r>
            <a:r>
              <a:rPr lang="en-US" altLang="ko-KR" dirty="0"/>
              <a:t>: 60,000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69B4A7-74A5-7DC5-BEFF-6E9006F966B9}"/>
              </a:ext>
            </a:extLst>
          </p:cNvPr>
          <p:cNvSpPr txBox="1"/>
          <p:nvPr/>
        </p:nvSpPr>
        <p:spPr>
          <a:xfrm>
            <a:off x="7859485" y="5311364"/>
            <a:ext cx="315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데이터</a:t>
            </a:r>
            <a:r>
              <a:rPr lang="en-US" altLang="ko-KR" dirty="0"/>
              <a:t>: 1,000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183DA6-8E23-29B8-072A-3FD869A9AE87}"/>
              </a:ext>
            </a:extLst>
          </p:cNvPr>
          <p:cNvSpPr txBox="1"/>
          <p:nvPr/>
        </p:nvSpPr>
        <p:spPr>
          <a:xfrm>
            <a:off x="1034142" y="5890478"/>
            <a:ext cx="10668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2400" dirty="0" err="1">
                <a:sym typeface="Wingdings" panose="05000000000000000000" pitchFamily="2" charset="2"/>
              </a:rPr>
              <a:t>배치정규화층을</a:t>
            </a:r>
            <a:r>
              <a:rPr lang="ko-KR" altLang="en-US" sz="2400" dirty="0">
                <a:sym typeface="Wingdings" panose="05000000000000000000" pitchFamily="2" charset="2"/>
              </a:rPr>
              <a:t> 활성화층 뒤에 넣는 것이 더 좋다</a:t>
            </a:r>
            <a:r>
              <a:rPr lang="en-US" altLang="ko-KR" sz="2400" dirty="0"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sz="2400" dirty="0">
                <a:sym typeface="Wingdings" panose="05000000000000000000" pitchFamily="2" charset="2"/>
              </a:rPr>
              <a:t>MNIST</a:t>
            </a:r>
            <a:r>
              <a:rPr lang="ko-KR" altLang="en-US" sz="2400" dirty="0">
                <a:sym typeface="Wingdings" panose="05000000000000000000" pitchFamily="2" charset="2"/>
              </a:rPr>
              <a:t>에 대해서는 굳이 가중치정규화를 하지 않아도</a:t>
            </a:r>
            <a:r>
              <a:rPr lang="en-US" altLang="ko-KR" sz="2400" dirty="0">
                <a:sym typeface="Wingdings" panose="05000000000000000000" pitchFamily="2" charset="2"/>
              </a:rPr>
              <a:t>, </a:t>
            </a:r>
            <a:r>
              <a:rPr lang="ko-KR" altLang="en-US" sz="2400" dirty="0">
                <a:sym typeface="Wingdings" panose="05000000000000000000" pitchFamily="2" charset="2"/>
              </a:rPr>
              <a:t>성능이 잘 나온다</a:t>
            </a:r>
            <a:r>
              <a:rPr lang="en-US" altLang="ko-KR" sz="2400" dirty="0">
                <a:sym typeface="Wingdings" panose="05000000000000000000" pitchFamily="2" charset="2"/>
              </a:rPr>
              <a:t>!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90512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3A4D6E-73FD-02A6-3E9C-046ACB7A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2.3. </a:t>
            </a:r>
            <a:r>
              <a:rPr lang="ko-KR" altLang="en-US" u="sng" dirty="0"/>
              <a:t>배치 정규화와 </a:t>
            </a:r>
            <a:r>
              <a:rPr lang="ko-KR" altLang="en-US" u="sng" dirty="0" err="1"/>
              <a:t>드랍아웃</a:t>
            </a:r>
            <a:endParaRPr lang="ko-KR" altLang="en-US" u="sng" dirty="0"/>
          </a:p>
        </p:txBody>
      </p:sp>
      <p:pic>
        <p:nvPicPr>
          <p:cNvPr id="6" name="내용 개체 틀 5" descr="텍스트, 라인, 도표, 그래프이(가) 표시된 사진&#10;&#10;자동 생성된 설명">
            <a:extLst>
              <a:ext uri="{FF2B5EF4-FFF2-40B4-BE49-F238E27FC236}">
                <a16:creationId xmlns:a16="http://schemas.microsoft.com/office/drawing/2014/main" id="{64E2E32C-0EC9-DB84-E260-59909CF47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71" y="1457593"/>
            <a:ext cx="5184658" cy="4160528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22285E-28B7-EDDB-E8A9-6364EA08A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8" name="그림 7" descr="텍스트, 라인, 도표, 그래프이(가) 표시된 사진&#10;&#10;자동 생성된 설명">
            <a:extLst>
              <a:ext uri="{FF2B5EF4-FFF2-40B4-BE49-F238E27FC236}">
                <a16:creationId xmlns:a16="http://schemas.microsoft.com/office/drawing/2014/main" id="{B69794AC-2A8C-58DC-FE90-7024ECA7C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471" y="1457593"/>
            <a:ext cx="5184658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428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B8156-4971-4A02-829B-AD61829FD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2.3. </a:t>
            </a:r>
            <a:r>
              <a:rPr lang="ko-KR" altLang="en-US" u="sng" dirty="0"/>
              <a:t>배치 정규화와 </a:t>
            </a:r>
            <a:r>
              <a:rPr lang="ko-KR" altLang="en-US" u="sng" dirty="0" err="1"/>
              <a:t>드랍아웃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B02AD4-6948-899E-3B13-DF3805740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C0CCC8-4B3F-8BBC-E65A-E5324F25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239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CA12B-EC33-D227-A9FD-B64946261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2.4. </a:t>
            </a:r>
            <a:r>
              <a:rPr lang="ko-KR" altLang="en-US" u="sng" dirty="0" err="1"/>
              <a:t>초매개변수</a:t>
            </a:r>
            <a:r>
              <a:rPr lang="ko-KR" altLang="en-US" u="sng" dirty="0"/>
              <a:t> 최적화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EDDE3B-A3EB-A3DF-B9E3-5395BAA5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9" name="내용 개체 틀 8" descr="텍스트, 도표, 스크린샷, 라인이(가) 표시된 사진&#10;&#10;자동 생성된 설명">
            <a:extLst>
              <a:ext uri="{FF2B5EF4-FFF2-40B4-BE49-F238E27FC236}">
                <a16:creationId xmlns:a16="http://schemas.microsoft.com/office/drawing/2014/main" id="{4A4B5392-FE2E-457F-2E6B-30F5F60999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222" y="1690688"/>
            <a:ext cx="5001778" cy="384048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878A99-7447-0340-1CC5-7806B71704C7}"/>
              </a:ext>
            </a:extLst>
          </p:cNvPr>
          <p:cNvSpPr txBox="1"/>
          <p:nvPr/>
        </p:nvSpPr>
        <p:spPr>
          <a:xfrm>
            <a:off x="6847114" y="1001038"/>
            <a:ext cx="50017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0" i="0" dirty="0">
                <a:effectLst/>
              </a:rPr>
              <a:t>Best-1(</a:t>
            </a:r>
            <a:r>
              <a:rPr lang="en-US" altLang="ko-KR" b="0" i="0" dirty="0" err="1">
                <a:effectLst/>
              </a:rPr>
              <a:t>val</a:t>
            </a:r>
            <a:r>
              <a:rPr lang="en-US" altLang="ko-KR" b="0" i="0" dirty="0">
                <a:effectLst/>
              </a:rPr>
              <a:t> acc:0.83) | </a:t>
            </a:r>
          </a:p>
          <a:p>
            <a:r>
              <a:rPr lang="en-US" altLang="ko-KR" b="0" i="0" dirty="0">
                <a:effectLst/>
              </a:rPr>
              <a:t>lr:0.009273033667926554, </a:t>
            </a:r>
          </a:p>
          <a:p>
            <a:r>
              <a:rPr lang="en-US" altLang="ko-KR" b="0" i="0" dirty="0">
                <a:effectLst/>
              </a:rPr>
              <a:t>weight decay:2.2005949476181338e-07 </a:t>
            </a:r>
          </a:p>
          <a:p>
            <a:endParaRPr lang="en-US" altLang="ko-KR" b="0" i="0" dirty="0">
              <a:effectLst/>
            </a:endParaRPr>
          </a:p>
          <a:p>
            <a:r>
              <a:rPr lang="en-US" altLang="ko-KR" b="0" i="0" dirty="0">
                <a:effectLst/>
              </a:rPr>
              <a:t>Best-2(</a:t>
            </a:r>
            <a:r>
              <a:rPr lang="en-US" altLang="ko-KR" b="0" i="0" dirty="0" err="1">
                <a:effectLst/>
              </a:rPr>
              <a:t>val</a:t>
            </a:r>
            <a:r>
              <a:rPr lang="en-US" altLang="ko-KR" b="0" i="0" dirty="0">
                <a:effectLst/>
              </a:rPr>
              <a:t> acc:0.78) | </a:t>
            </a:r>
          </a:p>
          <a:p>
            <a:r>
              <a:rPr lang="en-US" altLang="ko-KR" b="0" i="0" dirty="0">
                <a:effectLst/>
              </a:rPr>
              <a:t>lr:0.007461057427319899, </a:t>
            </a:r>
          </a:p>
          <a:p>
            <a:r>
              <a:rPr lang="en-US" altLang="ko-KR" b="0" i="0" dirty="0">
                <a:effectLst/>
              </a:rPr>
              <a:t>weight decay:6.318450010498612e-06 </a:t>
            </a:r>
          </a:p>
          <a:p>
            <a:endParaRPr lang="en-US" altLang="ko-KR" dirty="0"/>
          </a:p>
          <a:p>
            <a:r>
              <a:rPr lang="en-US" altLang="ko-KR" b="0" i="0" dirty="0">
                <a:effectLst/>
              </a:rPr>
              <a:t>Best-3(</a:t>
            </a:r>
            <a:r>
              <a:rPr lang="en-US" altLang="ko-KR" b="0" i="0" dirty="0" err="1">
                <a:effectLst/>
              </a:rPr>
              <a:t>val</a:t>
            </a:r>
            <a:r>
              <a:rPr lang="en-US" altLang="ko-KR" b="0" i="0" dirty="0">
                <a:effectLst/>
              </a:rPr>
              <a:t> acc:0.78) | lr:0.0077554705094775855, </a:t>
            </a:r>
          </a:p>
          <a:p>
            <a:r>
              <a:rPr lang="en-US" altLang="ko-KR" b="0" i="0" dirty="0">
                <a:effectLst/>
              </a:rPr>
              <a:t>weight decay:3.4307140819181065e-07</a:t>
            </a:r>
          </a:p>
          <a:p>
            <a:r>
              <a:rPr lang="en-US" altLang="ko-KR" b="0" i="0" dirty="0">
                <a:effectLst/>
              </a:rPr>
              <a:t> </a:t>
            </a:r>
          </a:p>
          <a:p>
            <a:r>
              <a:rPr lang="en-US" altLang="ko-KR" b="0" i="0" dirty="0">
                <a:effectLst/>
              </a:rPr>
              <a:t>Best-4(</a:t>
            </a:r>
            <a:r>
              <a:rPr lang="en-US" altLang="ko-KR" b="0" i="0" dirty="0" err="1">
                <a:effectLst/>
              </a:rPr>
              <a:t>val</a:t>
            </a:r>
            <a:r>
              <a:rPr lang="en-US" altLang="ko-KR" b="0" i="0" dirty="0">
                <a:effectLst/>
              </a:rPr>
              <a:t> acc:0.76) | </a:t>
            </a:r>
          </a:p>
          <a:p>
            <a:r>
              <a:rPr lang="en-US" altLang="ko-KR" b="0" i="0" dirty="0">
                <a:effectLst/>
              </a:rPr>
              <a:t>lr:0.00916023786380924, </a:t>
            </a:r>
          </a:p>
          <a:p>
            <a:r>
              <a:rPr lang="en-US" altLang="ko-KR" b="0" i="0" dirty="0">
                <a:effectLst/>
              </a:rPr>
              <a:t>weight decay:1.8183687092468003e-06 </a:t>
            </a:r>
          </a:p>
          <a:p>
            <a:endParaRPr lang="en-US" altLang="ko-KR" dirty="0"/>
          </a:p>
          <a:p>
            <a:r>
              <a:rPr lang="en-US" altLang="ko-KR" b="0" i="0" dirty="0">
                <a:effectLst/>
              </a:rPr>
              <a:t>Best-5(</a:t>
            </a:r>
            <a:r>
              <a:rPr lang="en-US" altLang="ko-KR" b="0" i="0" dirty="0" err="1">
                <a:effectLst/>
              </a:rPr>
              <a:t>val</a:t>
            </a:r>
            <a:r>
              <a:rPr lang="en-US" altLang="ko-KR" b="0" i="0" dirty="0">
                <a:effectLst/>
              </a:rPr>
              <a:t> acc:0.76) | </a:t>
            </a:r>
          </a:p>
          <a:p>
            <a:r>
              <a:rPr lang="en-US" altLang="ko-KR" b="0" i="0" dirty="0">
                <a:effectLst/>
              </a:rPr>
              <a:t>lr:0.008982412121674162, </a:t>
            </a:r>
          </a:p>
          <a:p>
            <a:r>
              <a:rPr lang="en-US" altLang="ko-KR" b="0" i="0" dirty="0">
                <a:effectLst/>
              </a:rPr>
              <a:t>weight decay:1.3344519815644275e-06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452872-E672-C6BC-5990-8F7397836714}"/>
              </a:ext>
            </a:extLst>
          </p:cNvPr>
          <p:cNvSpPr txBox="1"/>
          <p:nvPr/>
        </p:nvSpPr>
        <p:spPr>
          <a:xfrm>
            <a:off x="441078" y="5705812"/>
            <a:ext cx="6406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2000" dirty="0">
                <a:sym typeface="Wingdings" panose="05000000000000000000" pitchFamily="2" charset="2"/>
              </a:rPr>
              <a:t>독립변수</a:t>
            </a:r>
            <a:r>
              <a:rPr lang="en-US" altLang="ko-KR" sz="2000" dirty="0">
                <a:sym typeface="Wingdings" panose="05000000000000000000" pitchFamily="2" charset="2"/>
              </a:rPr>
              <a:t>: </a:t>
            </a:r>
            <a:r>
              <a:rPr lang="ko-KR" altLang="en-US" sz="2000" dirty="0" err="1">
                <a:sym typeface="Wingdings" panose="05000000000000000000" pitchFamily="2" charset="2"/>
              </a:rPr>
              <a:t>학습률</a:t>
            </a:r>
            <a:r>
              <a:rPr lang="en-US" altLang="ko-KR" sz="2000" dirty="0"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sym typeface="Wingdings" panose="05000000000000000000" pitchFamily="2" charset="2"/>
              </a:rPr>
              <a:t>가중치감소율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2000" b="1" u="sng" dirty="0">
                <a:sym typeface="Wingdings" panose="05000000000000000000" pitchFamily="2" charset="2"/>
              </a:rPr>
              <a:t>독립변수가 두 개면</a:t>
            </a:r>
            <a:r>
              <a:rPr lang="en-US" altLang="ko-KR" sz="2000" b="1" u="sng" dirty="0">
                <a:sym typeface="Wingdings" panose="05000000000000000000" pitchFamily="2" charset="2"/>
              </a:rPr>
              <a:t>, </a:t>
            </a:r>
            <a:r>
              <a:rPr lang="ko-KR" altLang="en-US" sz="2000" b="1" u="sng" dirty="0">
                <a:sym typeface="Wingdings" panose="05000000000000000000" pitchFamily="2" charset="2"/>
              </a:rPr>
              <a:t>정확한 튜닝이 어렵지 않을까</a:t>
            </a:r>
            <a:r>
              <a:rPr lang="en-US" altLang="ko-KR" sz="2000" b="1" u="sng" dirty="0">
                <a:sym typeface="Wingdings" panose="05000000000000000000" pitchFamily="2" charset="2"/>
              </a:rPr>
              <a:t>?</a:t>
            </a:r>
            <a:endParaRPr lang="ko-KR" altLang="en-US" sz="2000" b="1" u="sng" dirty="0"/>
          </a:p>
        </p:txBody>
      </p:sp>
    </p:spTree>
    <p:extLst>
      <p:ext uri="{BB962C8B-B14F-4D97-AF65-F5344CB8AC3E}">
        <p14:creationId xmlns:p14="http://schemas.microsoft.com/office/powerpoint/2010/main" val="457122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CA12B-EC33-D227-A9FD-B64946261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2.4. </a:t>
            </a:r>
            <a:r>
              <a:rPr lang="ko-KR" altLang="en-US" u="sng" dirty="0" err="1"/>
              <a:t>초매개변수</a:t>
            </a:r>
            <a:r>
              <a:rPr lang="ko-KR" altLang="en-US" u="sng" dirty="0"/>
              <a:t> 최적화 </a:t>
            </a:r>
          </a:p>
        </p:txBody>
      </p:sp>
      <p:pic>
        <p:nvPicPr>
          <p:cNvPr id="6" name="내용 개체 틀 5" descr="텍스트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E370F19B-B140-3411-05AD-5F80CBD95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40316"/>
            <a:ext cx="5212539" cy="4351338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EDDE3B-A3EB-A3DF-B9E3-5395BAA5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8" name="그림 7" descr="텍스트, 스크린샷, 라인, 도표이(가) 표시된 사진&#10;&#10;자동 생성된 설명">
            <a:extLst>
              <a:ext uri="{FF2B5EF4-FFF2-40B4-BE49-F238E27FC236}">
                <a16:creationId xmlns:a16="http://schemas.microsoft.com/office/drawing/2014/main" id="{B77A05E7-49E6-438F-065D-7665401895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343" y="1440316"/>
            <a:ext cx="5184658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46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4699F-8712-A1D4-23F1-978369CFA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2.4. </a:t>
            </a:r>
            <a:r>
              <a:rPr lang="ko-KR" altLang="en-US" u="sng" dirty="0" err="1"/>
              <a:t>초매개변수</a:t>
            </a:r>
            <a:r>
              <a:rPr lang="ko-KR" altLang="en-US" u="sng" dirty="0"/>
              <a:t> 최적화 </a:t>
            </a:r>
            <a:endParaRPr lang="ko-KR" altLang="en-US" dirty="0"/>
          </a:p>
        </p:txBody>
      </p:sp>
      <p:pic>
        <p:nvPicPr>
          <p:cNvPr id="6" name="내용 개체 틀 5" descr="텍스트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911A2CA0-7B32-9A2B-9C4A-C2091DB532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61" y="1505259"/>
            <a:ext cx="5140017" cy="4351338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4F3C9D-51A1-72B2-0E97-A4B3049C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8" name="그림 7" descr="텍스트, 스크린샷, 라인, 도표이(가) 표시된 사진&#10;&#10;자동 생성된 설명">
            <a:extLst>
              <a:ext uri="{FF2B5EF4-FFF2-40B4-BE49-F238E27FC236}">
                <a16:creationId xmlns:a16="http://schemas.microsoft.com/office/drawing/2014/main" id="{75ED02DC-EF17-2772-7621-4C66B28331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785" y="1505259"/>
            <a:ext cx="5266954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1996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82C52-24E2-1148-3A0B-3559EA4FB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3. from MLP to CNN</a:t>
            </a:r>
            <a:br>
              <a:rPr lang="en-US" altLang="ko-KR" u="sng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60AE16-A6F5-743C-9B81-1F76D9D35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077D61-CCD9-F216-C18D-0335958EE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660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1216B-8C9A-6F83-1467-EC0DB4D4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3. from MLP to CNN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097A53-41B2-5638-4D54-B0F7CBF9B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MLP</a:t>
            </a:r>
            <a:r>
              <a:rPr lang="ko-KR" altLang="en-US" dirty="0"/>
              <a:t>의 한계점</a:t>
            </a:r>
            <a:endParaRPr lang="en-US" altLang="ko-KR" dirty="0"/>
          </a:p>
          <a:p>
            <a:pPr lvl="1"/>
            <a:r>
              <a:rPr lang="ko-KR" altLang="en-US" dirty="0"/>
              <a:t>장점</a:t>
            </a:r>
            <a:r>
              <a:rPr lang="en-US" altLang="ko-KR" dirty="0"/>
              <a:t>: </a:t>
            </a:r>
            <a:r>
              <a:rPr lang="ko-KR" altLang="en-US" dirty="0"/>
              <a:t>간단한 구조</a:t>
            </a:r>
            <a:r>
              <a:rPr lang="en-US" altLang="ko-KR" dirty="0"/>
              <a:t>, </a:t>
            </a:r>
            <a:r>
              <a:rPr lang="ko-KR" altLang="en-US" dirty="0"/>
              <a:t>비교적 빠른 실행 시간</a:t>
            </a:r>
            <a:endParaRPr lang="en-US" altLang="ko-KR" dirty="0"/>
          </a:p>
          <a:p>
            <a:pPr lvl="1"/>
            <a:r>
              <a:rPr lang="ko-KR" altLang="en-US" dirty="0"/>
              <a:t>단점</a:t>
            </a:r>
            <a:r>
              <a:rPr lang="en-US" altLang="ko-KR" dirty="0"/>
              <a:t>: </a:t>
            </a:r>
            <a:r>
              <a:rPr lang="ko-KR" altLang="en-US" dirty="0"/>
              <a:t>인풋 이미지를 </a:t>
            </a:r>
            <a:r>
              <a:rPr lang="ko-KR" altLang="en-US" dirty="0" err="1"/>
              <a:t>평탄화하는</a:t>
            </a:r>
            <a:r>
              <a:rPr lang="ko-KR" altLang="en-US" dirty="0"/>
              <a:t> 과정에서 위치 정보 소실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CNN</a:t>
            </a:r>
          </a:p>
          <a:p>
            <a:pPr lvl="1"/>
            <a:r>
              <a:rPr lang="ko-KR" altLang="en-US" dirty="0"/>
              <a:t>장점</a:t>
            </a:r>
            <a:r>
              <a:rPr lang="en-US" altLang="ko-KR" dirty="0"/>
              <a:t>: </a:t>
            </a:r>
            <a:r>
              <a:rPr lang="ko-KR" altLang="en-US" dirty="0"/>
              <a:t>입력</a:t>
            </a:r>
            <a:r>
              <a:rPr lang="en-US" altLang="ko-KR" dirty="0"/>
              <a:t>-</a:t>
            </a:r>
            <a:r>
              <a:rPr lang="ko-KR" altLang="en-US" dirty="0" err="1"/>
              <a:t>출력간의</a:t>
            </a:r>
            <a:r>
              <a:rPr lang="ko-KR" altLang="en-US" dirty="0"/>
              <a:t> 형상을 유지해 위치 정보 보존</a:t>
            </a:r>
            <a:endParaRPr lang="en-US" altLang="ko-KR" dirty="0"/>
          </a:p>
          <a:p>
            <a:pPr lvl="1"/>
            <a:r>
              <a:rPr lang="ko-KR" altLang="en-US" dirty="0"/>
              <a:t>단점</a:t>
            </a:r>
            <a:r>
              <a:rPr lang="en-US" altLang="ko-KR" dirty="0"/>
              <a:t>: </a:t>
            </a:r>
            <a:r>
              <a:rPr lang="ko-KR" altLang="en-US" dirty="0"/>
              <a:t>복잡한 구조</a:t>
            </a:r>
            <a:r>
              <a:rPr lang="en-US" altLang="ko-KR" dirty="0"/>
              <a:t>, </a:t>
            </a:r>
            <a:r>
              <a:rPr lang="ko-KR" altLang="en-US" dirty="0"/>
              <a:t>비교적 느린 실행 시간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 MNIST </a:t>
            </a:r>
            <a:r>
              <a:rPr lang="ko-KR" altLang="en-US" dirty="0">
                <a:sym typeface="Wingdings" panose="05000000000000000000" pitchFamily="2" charset="2"/>
              </a:rPr>
              <a:t>데이터셋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둘 중 어느 것이 더 좋을까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585288-6361-546D-EA93-ABA13351A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3851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3DF91-F1E9-C324-9032-3CD476DFD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3. from MLP to CNN</a:t>
            </a:r>
            <a:endParaRPr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174AD4-635C-E6C7-8A99-5D08ED89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1FE48B-D124-F80E-29C4-CF12EA0FC6C0}"/>
              </a:ext>
            </a:extLst>
          </p:cNvPr>
          <p:cNvSpPr txBox="1"/>
          <p:nvPr/>
        </p:nvSpPr>
        <p:spPr>
          <a:xfrm>
            <a:off x="838200" y="1813770"/>
            <a:ext cx="10965873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/>
              <a:t>실험 </a:t>
            </a:r>
            <a:r>
              <a:rPr lang="ko-KR" altLang="en-US" sz="3200" b="1" u="sng" dirty="0" err="1"/>
              <a:t>초매개변수</a:t>
            </a:r>
            <a:r>
              <a:rPr lang="ko-KR" altLang="en-US" sz="3200" b="1" u="sng" dirty="0"/>
              <a:t> 설정</a:t>
            </a:r>
            <a:endParaRPr lang="en-US" altLang="ko-KR" sz="3200" b="1" u="sng" dirty="0"/>
          </a:p>
          <a:p>
            <a:endParaRPr lang="en-US" altLang="ko-KR" sz="2000" b="1" u="sng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/>
              <a:t>모델</a:t>
            </a:r>
            <a:r>
              <a:rPr lang="en-US" altLang="ko-KR" sz="2800" dirty="0"/>
              <a:t>: 2</a:t>
            </a:r>
            <a:r>
              <a:rPr lang="ko-KR" altLang="en-US" sz="2800" dirty="0"/>
              <a:t>층 </a:t>
            </a:r>
            <a:r>
              <a:rPr lang="en-US" altLang="ko-KR" sz="2800" dirty="0"/>
              <a:t>CNN </a:t>
            </a:r>
            <a:r>
              <a:rPr lang="en-US" altLang="ko-KR" sz="2000" dirty="0"/>
              <a:t>(Conv. – ReLU1 - Pooling – Affine1 – ReLU2 – Affine2 - </a:t>
            </a:r>
            <a:r>
              <a:rPr lang="en-US" altLang="ko-KR" sz="2000" dirty="0" err="1"/>
              <a:t>Softmax</a:t>
            </a:r>
            <a:r>
              <a:rPr lang="en-US" altLang="ko-KR" sz="2000" dirty="0"/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CNN </a:t>
            </a:r>
            <a:r>
              <a:rPr lang="ko-KR" altLang="en-US" sz="2000" dirty="0"/>
              <a:t>필터 </a:t>
            </a:r>
            <a:r>
              <a:rPr lang="en-US" altLang="ko-KR" sz="2000" dirty="0"/>
              <a:t>30</a:t>
            </a:r>
            <a:r>
              <a:rPr lang="ko-KR" altLang="en-US" sz="2000" dirty="0"/>
              <a:t>개</a:t>
            </a:r>
            <a:r>
              <a:rPr lang="en-US" altLang="ko-KR" sz="2000" dirty="0"/>
              <a:t>, </a:t>
            </a:r>
            <a:r>
              <a:rPr lang="ko-KR" altLang="en-US" sz="2000" dirty="0"/>
              <a:t>필터 크기 </a:t>
            </a:r>
            <a:r>
              <a:rPr lang="en-US" altLang="ko-KR" sz="2000" dirty="0"/>
              <a:t>5, </a:t>
            </a:r>
            <a:r>
              <a:rPr lang="ko-KR" altLang="en-US" sz="2000" dirty="0"/>
              <a:t>패딩</a:t>
            </a:r>
            <a:r>
              <a:rPr lang="en-US" altLang="ko-KR" sz="2000" dirty="0"/>
              <a:t> 0, </a:t>
            </a:r>
            <a:r>
              <a:rPr lang="ko-KR" altLang="en-US" sz="2000" dirty="0" err="1"/>
              <a:t>스트라이드</a:t>
            </a:r>
            <a:r>
              <a:rPr lang="en-US" altLang="ko-KR" sz="2000" dirty="0"/>
              <a:t> 1</a:t>
            </a:r>
          </a:p>
          <a:p>
            <a:endParaRPr lang="en-US" altLang="ko-KR" sz="1400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dirty="0"/>
              <a:t>반복횟수</a:t>
            </a:r>
            <a:r>
              <a:rPr lang="en-US" altLang="ko-KR" sz="2800" dirty="0"/>
              <a:t>: 10,000</a:t>
            </a:r>
            <a:r>
              <a:rPr lang="ko-KR" altLang="en-US" sz="2800" dirty="0"/>
              <a:t>회</a:t>
            </a:r>
            <a:endParaRPr lang="en-US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dirty="0"/>
              <a:t>배치크기</a:t>
            </a:r>
            <a:r>
              <a:rPr lang="en-US" altLang="ko-KR" sz="2800" dirty="0"/>
              <a:t>: 100</a:t>
            </a:r>
          </a:p>
          <a:p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dirty="0"/>
              <a:t>학습방법</a:t>
            </a:r>
            <a:r>
              <a:rPr lang="en-US" altLang="ko-KR" sz="2800" dirty="0"/>
              <a:t>/</a:t>
            </a:r>
            <a:r>
              <a:rPr lang="ko-KR" altLang="en-US" sz="2800" dirty="0" err="1"/>
              <a:t>학습률</a:t>
            </a:r>
            <a:r>
              <a:rPr lang="en-US" altLang="ko-KR" sz="2800" dirty="0"/>
              <a:t>: cross entropy error</a:t>
            </a:r>
            <a:r>
              <a:rPr lang="ko-KR" altLang="en-US" sz="2800" dirty="0"/>
              <a:t>를 통한</a:t>
            </a:r>
            <a:r>
              <a:rPr lang="en-US" altLang="ko-KR" sz="2800" dirty="0"/>
              <a:t> </a:t>
            </a:r>
            <a:r>
              <a:rPr lang="ko-KR" altLang="en-US" sz="2800" dirty="0" err="1"/>
              <a:t>역전파</a:t>
            </a:r>
            <a:r>
              <a:rPr lang="en-US" altLang="ko-KR" sz="2800" dirty="0"/>
              <a:t>/0.1</a:t>
            </a:r>
          </a:p>
          <a:p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dirty="0"/>
              <a:t>최적화 기법</a:t>
            </a:r>
            <a:r>
              <a:rPr lang="en-US" altLang="ko-KR" sz="2800" dirty="0"/>
              <a:t>: SGD(Stochastic Gradients Descent)</a:t>
            </a:r>
          </a:p>
          <a:p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dirty="0"/>
              <a:t>가중치 초기화</a:t>
            </a:r>
            <a:r>
              <a:rPr lang="en-US" altLang="ko-KR" sz="2800" dirty="0"/>
              <a:t>: </a:t>
            </a:r>
            <a:r>
              <a:rPr lang="ko-KR" altLang="en-US" sz="2800" dirty="0"/>
              <a:t>분산이 </a:t>
            </a:r>
            <a:r>
              <a:rPr lang="en-US" altLang="ko-KR" sz="2800" dirty="0"/>
              <a:t>0.01</a:t>
            </a:r>
            <a:r>
              <a:rPr lang="ko-KR" altLang="en-US" sz="2800" dirty="0"/>
              <a:t>인 정규분포로 무작위 초기화</a:t>
            </a:r>
            <a:endParaRPr lang="en-US" altLang="ko-KR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32937442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02BF13-B0BA-0DE4-D6EA-4633899F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3. from MLP to CNN</a:t>
            </a:r>
            <a:endParaRPr lang="ko-KR" altLang="en-US" dirty="0"/>
          </a:p>
        </p:txBody>
      </p:sp>
      <p:pic>
        <p:nvPicPr>
          <p:cNvPr id="6" name="내용 개체 틀 5" descr="텍스트, 라인, 그래프, 도표이(가) 표시된 사진&#10;&#10;자동 생성된 설명">
            <a:extLst>
              <a:ext uri="{FF2B5EF4-FFF2-40B4-BE49-F238E27FC236}">
                <a16:creationId xmlns:a16="http://schemas.microsoft.com/office/drawing/2014/main" id="{E7EFC64B-290F-8076-03E7-6357E3C81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99" y="1348736"/>
            <a:ext cx="5184658" cy="4160528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9E5386-747A-73F4-7DFA-AE29A578C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8" name="그림 7" descr="텍스트, 라인, 그래프, 도표이(가) 표시된 사진&#10;&#10;자동 생성된 설명">
            <a:extLst>
              <a:ext uri="{FF2B5EF4-FFF2-40B4-BE49-F238E27FC236}">
                <a16:creationId xmlns:a16="http://schemas.microsoft.com/office/drawing/2014/main" id="{3999DE9B-7C0D-0D8A-6F2B-A2F2883ADA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244" y="1348736"/>
            <a:ext cx="5184658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195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D9F2C-AB30-7C8B-4DBA-2F0E7D442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sz="6000" dirty="0"/>
              <a:t>. </a:t>
            </a:r>
            <a:r>
              <a:rPr lang="ko-KR" altLang="en-US" sz="6000" dirty="0"/>
              <a:t>느낀 점 및 추가 연구주제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1F35ED-BE0D-56D5-1016-0A0C348F6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0BAF01-D093-BFF3-107F-723AA519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4C0B5-FE02-4F73-8EFF-F9E0EA45C4D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2255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C92FF-49E8-5BC8-93FA-3F16628B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9729"/>
            <a:ext cx="10515600" cy="1325563"/>
          </a:xfrm>
        </p:spPr>
        <p:txBody>
          <a:bodyPr/>
          <a:lstStyle/>
          <a:p>
            <a:r>
              <a:rPr lang="en-US" altLang="ko-KR" dirty="0"/>
              <a:t>4</a:t>
            </a:r>
            <a:r>
              <a:rPr lang="en-US" altLang="ko-KR" sz="4400" dirty="0"/>
              <a:t>. </a:t>
            </a:r>
            <a:r>
              <a:rPr lang="ko-KR" altLang="en-US" sz="4400" dirty="0"/>
              <a:t>느낀 점 및 추가 연구</a:t>
            </a:r>
            <a:r>
              <a:rPr lang="ko-KR" altLang="en-US" dirty="0"/>
              <a:t>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78EE2E-37A7-84C1-7EFE-0D6069298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229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CPU</a:t>
            </a:r>
            <a:r>
              <a:rPr lang="ko-KR" altLang="en-US" dirty="0"/>
              <a:t>만으로는 굉장히 한계가 있다</a:t>
            </a:r>
            <a:r>
              <a:rPr lang="en-US" altLang="ko-KR" dirty="0"/>
              <a:t>. </a:t>
            </a:r>
            <a:r>
              <a:rPr lang="ko-KR" altLang="en-US" dirty="0"/>
              <a:t>따라서 연구 자원이 중요</a:t>
            </a:r>
            <a:r>
              <a:rPr lang="en-US" altLang="ko-KR" dirty="0"/>
              <a:t>!</a:t>
            </a:r>
          </a:p>
          <a:p>
            <a:r>
              <a:rPr lang="ko-KR" altLang="en-US" dirty="0" err="1"/>
              <a:t>하이퍼파라미터</a:t>
            </a:r>
            <a:r>
              <a:rPr lang="ko-KR" altLang="en-US" dirty="0"/>
              <a:t> 多</a:t>
            </a:r>
            <a:r>
              <a:rPr lang="en-US" altLang="ko-KR" dirty="0"/>
              <a:t>, </a:t>
            </a:r>
            <a:r>
              <a:rPr lang="ko-KR" altLang="en-US" dirty="0"/>
              <a:t>이를 조정하는 것이 </a:t>
            </a:r>
            <a:r>
              <a:rPr lang="ko-KR" altLang="en-US" dirty="0" err="1"/>
              <a:t>유의미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인지언어학에서의 </a:t>
            </a:r>
            <a:r>
              <a:rPr lang="en-US" altLang="ko-KR" dirty="0"/>
              <a:t>Priming effect </a:t>
            </a:r>
            <a:r>
              <a:rPr lang="ko-KR" altLang="en-US" dirty="0"/>
              <a:t>구현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CNN</a:t>
            </a:r>
            <a:r>
              <a:rPr lang="ko-KR" altLang="en-US" dirty="0"/>
              <a:t>을 활용한 자연어 처리</a:t>
            </a:r>
            <a:r>
              <a:rPr lang="en-US" altLang="ko-KR" dirty="0"/>
              <a:t>? (</a:t>
            </a:r>
            <a:r>
              <a:rPr lang="ko-KR" altLang="en-US" dirty="0"/>
              <a:t>채널을 다국어 인풋으로 받기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단</a:t>
            </a:r>
            <a:r>
              <a:rPr lang="en-US" altLang="ko-KR" dirty="0"/>
              <a:t>, CNN</a:t>
            </a:r>
            <a:r>
              <a:rPr lang="ko-KR" altLang="en-US" dirty="0"/>
              <a:t>의 특성상 개별 언어의 어순에 유의</a:t>
            </a:r>
            <a:r>
              <a:rPr lang="en-US" altLang="ko-KR" dirty="0"/>
              <a:t>. (SVO </a:t>
            </a:r>
            <a:r>
              <a:rPr lang="ko-KR" altLang="en-US" dirty="0"/>
              <a:t>혹은 </a:t>
            </a:r>
            <a:r>
              <a:rPr lang="en-US" altLang="ko-KR" dirty="0"/>
              <a:t>SOV)</a:t>
            </a:r>
          </a:p>
          <a:p>
            <a:r>
              <a:rPr lang="ko-KR" altLang="en-US" dirty="0"/>
              <a:t>심층신경망 층의 깊이와 너비 실험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FF4454-13DC-7B60-B4BA-BDBF9F5F0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347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BB66D-1DD6-8875-2F62-2E01D3F75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7200" dirty="0"/>
              <a:t>감사합니다</a:t>
            </a:r>
            <a:r>
              <a:rPr lang="en-US" altLang="ko-KR" sz="7200" dirty="0"/>
              <a:t>.</a:t>
            </a:r>
            <a:br>
              <a:rPr lang="en-US" altLang="ko-KR" sz="7200" dirty="0"/>
            </a:br>
            <a:endParaRPr lang="ko-KR" altLang="en-US" sz="72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2F3558-C92D-7223-B4AF-A9DCDEB82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82ECD2-B4EE-A70D-1AC9-37530337F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175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1243</Words>
  <Application>Microsoft Office PowerPoint</Application>
  <PresentationFormat>와이드스크린</PresentationFormat>
  <Paragraphs>272</Paragraphs>
  <Slides>40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40</vt:i4>
      </vt:variant>
    </vt:vector>
  </HeadingPairs>
  <TitlesOfParts>
    <vt:vector size="46" baseType="lpstr">
      <vt:lpstr>맑은 고딕</vt:lpstr>
      <vt:lpstr>Arial</vt:lpstr>
      <vt:lpstr>Cambria Math</vt:lpstr>
      <vt:lpstr>Wingdings</vt:lpstr>
      <vt:lpstr>Office 테마</vt:lpstr>
      <vt:lpstr>Office 테마</vt:lpstr>
      <vt:lpstr>&lt; 밑바닥부터 딥러닝 I &gt; 실험/연구 발표</vt:lpstr>
      <vt:lpstr>목차</vt:lpstr>
      <vt:lpstr>1. 퍼셉트론과 MLP </vt:lpstr>
      <vt:lpstr>1.1. 미분소(dx)값별 기울기 오차 비교</vt:lpstr>
      <vt:lpstr>1.1. 미분소(dx)값별 기울기 오차 비교</vt:lpstr>
      <vt:lpstr>1.1. 미분소(dx)값별 기울기 오차 비교</vt:lpstr>
      <vt:lpstr>1.2. 활성화 함수 및 데이터 전처리</vt:lpstr>
      <vt:lpstr>1.2. 활성화 함수 및 데이터 전처리</vt:lpstr>
      <vt:lpstr>1.2. 활성화 함수 및 데이터 전처리</vt:lpstr>
      <vt:lpstr>1.2. 활성화 함수 및 데이터 전처리</vt:lpstr>
      <vt:lpstr>1.2. 활성화 함수 및 데이터 전처리</vt:lpstr>
      <vt:lpstr>참고: CIFAR-10 데이터셋에 대한 비교</vt:lpstr>
      <vt:lpstr>1.3. 미니배치 학습기법 비교 실험</vt:lpstr>
      <vt:lpstr>1.3. 미니배치 학습기법 비교 실험</vt:lpstr>
      <vt:lpstr>2. 학습 관련 기법들 </vt:lpstr>
      <vt:lpstr>2.1. 최적화 기법 구현 및 비교</vt:lpstr>
      <vt:lpstr>2.1. 최적화 기법 구현 및 비교</vt:lpstr>
      <vt:lpstr>2.1. 최적화 기법 구현 및 비교</vt:lpstr>
      <vt:lpstr>2.2. 가중치 감소와 가중치 초기화</vt:lpstr>
      <vt:lpstr>2.2. 가중치 감소와 가중치 초기화</vt:lpstr>
      <vt:lpstr>2.2. 가중치 감소와 가중치 초기화</vt:lpstr>
      <vt:lpstr>2.2. 가중치 감소와 가중치 초기화</vt:lpstr>
      <vt:lpstr>2.2. 가중치 감소와 가중치 초기화</vt:lpstr>
      <vt:lpstr>2.2. 가중치 감소와 가중치 초기화</vt:lpstr>
      <vt:lpstr>2.2. 가중치 감소와 가중치 초기화</vt:lpstr>
      <vt:lpstr>2.3. 배치 정규화와 드랍아웃</vt:lpstr>
      <vt:lpstr>2.3. 배치 정규화와 드랍아웃</vt:lpstr>
      <vt:lpstr>2.3. 배치 정규화와 드랍아웃</vt:lpstr>
      <vt:lpstr>2.3. 배치 정규화와 드랍아웃</vt:lpstr>
      <vt:lpstr>2.3. 배치 정규화와 드랍아웃</vt:lpstr>
      <vt:lpstr>2.4. 초매개변수 최적화 </vt:lpstr>
      <vt:lpstr>2.4. 초매개변수 최적화 </vt:lpstr>
      <vt:lpstr>2.4. 초매개변수 최적화 </vt:lpstr>
      <vt:lpstr>3. from MLP to CNN </vt:lpstr>
      <vt:lpstr>3. from MLP to CNN</vt:lpstr>
      <vt:lpstr>3. from MLP to CNN</vt:lpstr>
      <vt:lpstr>3. from MLP to CNN</vt:lpstr>
      <vt:lpstr>4. 느낀 점 및 추가 연구주제</vt:lpstr>
      <vt:lpstr>4. 느낀 점 및 추가 연구주제</vt:lpstr>
      <vt:lpstr>감사합니다.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밑바닥부터 딥러닝I 실험/연구 발표</dc:title>
  <dc:creator>원종빈[ 학부재학 / 언어학과 ]</dc:creator>
  <cp:lastModifiedBy>원종빈[ 학부재학 / 언어학과 ]</cp:lastModifiedBy>
  <cp:revision>1</cp:revision>
  <dcterms:created xsi:type="dcterms:W3CDTF">2023-09-16T01:21:36Z</dcterms:created>
  <dcterms:modified xsi:type="dcterms:W3CDTF">2023-09-20T23:40:32Z</dcterms:modified>
</cp:coreProperties>
</file>