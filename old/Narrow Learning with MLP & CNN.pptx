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5" r:id="rId2"/>
    <p:sldId id="257" r:id="rId3"/>
    <p:sldId id="269" r:id="rId4"/>
    <p:sldId id="262" r:id="rId5"/>
    <p:sldId id="264" r:id="rId6"/>
    <p:sldId id="265" r:id="rId7"/>
    <p:sldId id="270" r:id="rId8"/>
    <p:sldId id="268" r:id="rId9"/>
    <p:sldId id="272" r:id="rId10"/>
    <p:sldId id="267" r:id="rId11"/>
    <p:sldId id="274" r:id="rId12"/>
    <p:sldId id="275" r:id="rId13"/>
    <p:sldId id="276" r:id="rId14"/>
    <p:sldId id="277" r:id="rId15"/>
    <p:sldId id="278" r:id="rId16"/>
    <p:sldId id="280" r:id="rId17"/>
    <p:sldId id="281" r:id="rId18"/>
    <p:sldId id="283" r:id="rId19"/>
    <p:sldId id="284" r:id="rId20"/>
    <p:sldId id="287" r:id="rId21"/>
    <p:sldId id="288" r:id="rId22"/>
    <p:sldId id="290" r:id="rId23"/>
    <p:sldId id="289" r:id="rId24"/>
    <p:sldId id="291" r:id="rId25"/>
    <p:sldId id="293" r:id="rId26"/>
    <p:sldId id="292" r:id="rId27"/>
    <p:sldId id="29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0B826-7298-4C0A-B5E9-54369674E021}" v="541" dt="2023-09-06T16:24:28.374"/>
    <p1510:client id="{CDB6FC7A-B222-4C23-B51B-EA3A03B497FF}" v="132" dt="2023-09-07T00:52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6894" autoAdjust="0"/>
  </p:normalViewPr>
  <p:slideViewPr>
    <p:cSldViewPr snapToGrid="0">
      <p:cViewPr>
        <p:scale>
          <a:sx n="81" d="100"/>
          <a:sy n="81" d="100"/>
        </p:scale>
        <p:origin x="330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원종빈[ 학부재학 / 언어학과 ]" userId="e07aea9e-92ed-4da9-a75e-875ab8ec805f" providerId="ADAL" clId="{CDB6FC7A-B222-4C23-B51B-EA3A03B497FF}"/>
    <pc:docChg chg="undo custSel addSld delSld modSld">
      <pc:chgData name="원종빈[ 학부재학 / 언어학과 ]" userId="e07aea9e-92ed-4da9-a75e-875ab8ec805f" providerId="ADAL" clId="{CDB6FC7A-B222-4C23-B51B-EA3A03B497FF}" dt="2023-09-07T00:58:02.679" v="6684" actId="113"/>
      <pc:docMkLst>
        <pc:docMk/>
      </pc:docMkLst>
      <pc:sldChg chg="addSp delSp modSp mod setBg">
        <pc:chgData name="원종빈[ 학부재학 / 언어학과 ]" userId="e07aea9e-92ed-4da9-a75e-875ab8ec805f" providerId="ADAL" clId="{CDB6FC7A-B222-4C23-B51B-EA3A03B497FF}" dt="2023-09-04T08:18:21.330" v="3650" actId="1076"/>
        <pc:sldMkLst>
          <pc:docMk/>
          <pc:sldMk cId="3567867422" sldId="256"/>
        </pc:sldMkLst>
        <pc:spChg chg="mod">
          <ac:chgData name="원종빈[ 학부재학 / 언어학과 ]" userId="e07aea9e-92ed-4da9-a75e-875ab8ec805f" providerId="ADAL" clId="{CDB6FC7A-B222-4C23-B51B-EA3A03B497FF}" dt="2023-09-04T08:18:13.010" v="3649" actId="404"/>
          <ac:spMkLst>
            <pc:docMk/>
            <pc:sldMk cId="3567867422" sldId="256"/>
            <ac:spMk id="2" creationId="{8CE1FB90-8E81-2BBC-5F8C-14988D7DAD1A}"/>
          </ac:spMkLst>
        </pc:spChg>
        <pc:spChg chg="add del mod">
          <ac:chgData name="원종빈[ 학부재학 / 언어학과 ]" userId="e07aea9e-92ed-4da9-a75e-875ab8ec805f" providerId="ADAL" clId="{CDB6FC7A-B222-4C23-B51B-EA3A03B497FF}" dt="2023-09-04T08:18:21.330" v="3650" actId="1076"/>
          <ac:spMkLst>
            <pc:docMk/>
            <pc:sldMk cId="3567867422" sldId="256"/>
            <ac:spMk id="3" creationId="{C7BEECF9-C088-A707-A902-EC9B4AA6ED6A}"/>
          </ac:spMkLst>
        </pc:spChg>
        <pc:spChg chg="mod">
          <ac:chgData name="원종빈[ 학부재학 / 언어학과 ]" userId="e07aea9e-92ed-4da9-a75e-875ab8ec805f" providerId="ADAL" clId="{CDB6FC7A-B222-4C23-B51B-EA3A03B497FF}" dt="2023-09-04T08:17:19.185" v="3638" actId="26606"/>
          <ac:spMkLst>
            <pc:docMk/>
            <pc:sldMk cId="3567867422" sldId="256"/>
            <ac:spMk id="4" creationId="{3ADF914C-0197-F9EB-BBE9-69B831A80494}"/>
          </ac:spMkLst>
        </pc:spChg>
        <pc:spChg chg="mod">
          <ac:chgData name="원종빈[ 학부재학 / 언어학과 ]" userId="e07aea9e-92ed-4da9-a75e-875ab8ec805f" providerId="ADAL" clId="{CDB6FC7A-B222-4C23-B51B-EA3A03B497FF}" dt="2023-09-04T08:17:19.185" v="3638" actId="26606"/>
          <ac:spMkLst>
            <pc:docMk/>
            <pc:sldMk cId="3567867422" sldId="256"/>
            <ac:spMk id="5" creationId="{CE7B4A77-57C5-7740-6498-CEB7A99ABCC3}"/>
          </ac:spMkLst>
        </pc:spChg>
        <pc:spChg chg="add del">
          <ac:chgData name="원종빈[ 학부재학 / 언어학과 ]" userId="e07aea9e-92ed-4da9-a75e-875ab8ec805f" providerId="ADAL" clId="{CDB6FC7A-B222-4C23-B51B-EA3A03B497FF}" dt="2023-09-04T08:17:19.174" v="3637" actId="26606"/>
          <ac:spMkLst>
            <pc:docMk/>
            <pc:sldMk cId="3567867422" sldId="256"/>
            <ac:spMk id="7" creationId="{7DD77B92-CB36-4B20-A59A-59625E0F08AB}"/>
          </ac:spMkLst>
        </pc:spChg>
        <pc:spChg chg="add del mod">
          <ac:chgData name="원종빈[ 학부재학 / 언어학과 ]" userId="e07aea9e-92ed-4da9-a75e-875ab8ec805f" providerId="ADAL" clId="{CDB6FC7A-B222-4C23-B51B-EA3A03B497FF}" dt="2023-09-04T08:17:30.135" v="3640" actId="478"/>
          <ac:spMkLst>
            <pc:docMk/>
            <pc:sldMk cId="3567867422" sldId="256"/>
            <ac:spMk id="9" creationId="{998C85F0-DABE-365C-4258-0500C6E6DEA0}"/>
          </ac:spMkLst>
        </pc:spChg>
        <pc:spChg chg="add del">
          <ac:chgData name="원종빈[ 학부재학 / 언어학과 ]" userId="e07aea9e-92ed-4da9-a75e-875ab8ec805f" providerId="ADAL" clId="{CDB6FC7A-B222-4C23-B51B-EA3A03B497FF}" dt="2023-09-04T07:30:09.369" v="961" actId="26606"/>
          <ac:spMkLst>
            <pc:docMk/>
            <pc:sldMk cId="3567867422" sldId="256"/>
            <ac:spMk id="11" creationId="{56E9B3E6-E277-4D68-BA48-9CB43FFBD6E2}"/>
          </ac:spMkLst>
        </pc:spChg>
        <pc:spChg chg="add del">
          <ac:chgData name="원종빈[ 학부재학 / 언어학과 ]" userId="e07aea9e-92ed-4da9-a75e-875ab8ec805f" providerId="ADAL" clId="{CDB6FC7A-B222-4C23-B51B-EA3A03B497FF}" dt="2023-09-04T08:17:19.174" v="3637" actId="26606"/>
          <ac:spMkLst>
            <pc:docMk/>
            <pc:sldMk cId="3567867422" sldId="256"/>
            <ac:spMk id="17" creationId="{2C1BBA94-3F40-40AA-8BB9-E69E25E537C1}"/>
          </ac:spMkLst>
        </pc:spChg>
        <pc:spChg chg="add del">
          <ac:chgData name="원종빈[ 학부재학 / 언어학과 ]" userId="e07aea9e-92ed-4da9-a75e-875ab8ec805f" providerId="ADAL" clId="{CDB6FC7A-B222-4C23-B51B-EA3A03B497FF}" dt="2023-09-04T07:30:09.369" v="961" actId="26606"/>
          <ac:spMkLst>
            <pc:docMk/>
            <pc:sldMk cId="3567867422" sldId="256"/>
            <ac:spMk id="18" creationId="{D5B0017B-2ECA-49AF-B397-DC140825DF8D}"/>
          </ac:spMkLst>
        </pc:spChg>
        <pc:spChg chg="add">
          <ac:chgData name="원종빈[ 학부재학 / 언어학과 ]" userId="e07aea9e-92ed-4da9-a75e-875ab8ec805f" providerId="ADAL" clId="{CDB6FC7A-B222-4C23-B51B-EA3A03B497FF}" dt="2023-09-04T08:17:19.185" v="3638" actId="26606"/>
          <ac:spMkLst>
            <pc:docMk/>
            <pc:sldMk cId="3567867422" sldId="256"/>
            <ac:spMk id="19" creationId="{955A2079-FA98-4876-80F0-72364A7D2EA4}"/>
          </ac:spMkLst>
        </pc:spChg>
        <pc:grpChg chg="add del">
          <ac:chgData name="원종빈[ 학부재학 / 언어학과 ]" userId="e07aea9e-92ed-4da9-a75e-875ab8ec805f" providerId="ADAL" clId="{CDB6FC7A-B222-4C23-B51B-EA3A03B497FF}" dt="2023-09-04T08:17:19.174" v="3637" actId="26606"/>
          <ac:grpSpMkLst>
            <pc:docMk/>
            <pc:sldMk cId="3567867422" sldId="256"/>
            <ac:grpSpMk id="8" creationId="{B14B560F-9DD7-4302-A60B-EBD3EF59B073}"/>
          </ac:grpSpMkLst>
        </pc:grpChg>
        <pc:grpChg chg="add del">
          <ac:chgData name="원종빈[ 학부재학 / 언어학과 ]" userId="e07aea9e-92ed-4da9-a75e-875ab8ec805f" providerId="ADAL" clId="{CDB6FC7A-B222-4C23-B51B-EA3A03B497FF}" dt="2023-09-04T07:30:09.369" v="961" actId="26606"/>
          <ac:grpSpMkLst>
            <pc:docMk/>
            <pc:sldMk cId="3567867422" sldId="256"/>
            <ac:grpSpMk id="13" creationId="{AE1C45F0-260A-458C-96ED-C1F6D2151219}"/>
          </ac:grpSpMkLst>
        </pc:grpChg>
        <pc:cxnChg chg="add del">
          <ac:chgData name="원종빈[ 학부재학 / 언어학과 ]" userId="e07aea9e-92ed-4da9-a75e-875ab8ec805f" providerId="ADAL" clId="{CDB6FC7A-B222-4C23-B51B-EA3A03B497FF}" dt="2023-09-04T07:30:09.369" v="961" actId="26606"/>
          <ac:cxnSpMkLst>
            <pc:docMk/>
            <pc:sldMk cId="3567867422" sldId="256"/>
            <ac:cxnSpMk id="20" creationId="{6CF1BAF6-AD41-4082-B212-8A1F9A2E8779}"/>
          </ac:cxnSpMkLst>
        </pc:cxnChg>
      </pc:sldChg>
      <pc:sldChg chg="modSp mod">
        <pc:chgData name="원종빈[ 학부재학 / 언어학과 ]" userId="e07aea9e-92ed-4da9-a75e-875ab8ec805f" providerId="ADAL" clId="{CDB6FC7A-B222-4C23-B51B-EA3A03B497FF}" dt="2023-09-07T00:27:25.174" v="5969" actId="20577"/>
        <pc:sldMkLst>
          <pc:docMk/>
          <pc:sldMk cId="2464102936" sldId="257"/>
        </pc:sldMkLst>
        <pc:spChg chg="mod">
          <ac:chgData name="원종빈[ 학부재학 / 언어학과 ]" userId="e07aea9e-92ed-4da9-a75e-875ab8ec805f" providerId="ADAL" clId="{CDB6FC7A-B222-4C23-B51B-EA3A03B497FF}" dt="2023-09-04T08:18:27.907" v="3651" actId="115"/>
          <ac:spMkLst>
            <pc:docMk/>
            <pc:sldMk cId="2464102936" sldId="257"/>
            <ac:spMk id="2" creationId="{9AC8D269-A0A0-13AF-6A4E-7599BFC695DE}"/>
          </ac:spMkLst>
        </pc:spChg>
        <pc:spChg chg="mod">
          <ac:chgData name="원종빈[ 학부재학 / 언어학과 ]" userId="e07aea9e-92ed-4da9-a75e-875ab8ec805f" providerId="ADAL" clId="{CDB6FC7A-B222-4C23-B51B-EA3A03B497FF}" dt="2023-09-07T00:27:25.174" v="5969" actId="20577"/>
          <ac:spMkLst>
            <pc:docMk/>
            <pc:sldMk cId="2464102936" sldId="257"/>
            <ac:spMk id="3" creationId="{15B95039-F464-D3EF-8A41-82A2CEA79080}"/>
          </ac:spMkLst>
        </pc:spChg>
      </pc:sldChg>
      <pc:sldChg chg="del">
        <pc:chgData name="원종빈[ 학부재학 / 언어학과 ]" userId="e07aea9e-92ed-4da9-a75e-875ab8ec805f" providerId="ADAL" clId="{CDB6FC7A-B222-4C23-B51B-EA3A03B497FF}" dt="2023-09-04T08:03:10.956" v="3481" actId="47"/>
        <pc:sldMkLst>
          <pc:docMk/>
          <pc:sldMk cId="1166300554" sldId="259"/>
        </pc:sldMkLst>
      </pc:sldChg>
      <pc:sldChg chg="addSp modSp mod modNotesTx">
        <pc:chgData name="원종빈[ 학부재학 / 언어학과 ]" userId="e07aea9e-92ed-4da9-a75e-875ab8ec805f" providerId="ADAL" clId="{CDB6FC7A-B222-4C23-B51B-EA3A03B497FF}" dt="2023-09-04T08:19:06.514" v="3717" actId="20577"/>
        <pc:sldMkLst>
          <pc:docMk/>
          <pc:sldMk cId="3485980956" sldId="262"/>
        </pc:sldMkLst>
        <pc:spChg chg="mod">
          <ac:chgData name="원종빈[ 학부재학 / 언어학과 ]" userId="e07aea9e-92ed-4da9-a75e-875ab8ec805f" providerId="ADAL" clId="{CDB6FC7A-B222-4C23-B51B-EA3A03B497FF}" dt="2023-09-04T08:19:06.514" v="3717" actId="20577"/>
          <ac:spMkLst>
            <pc:docMk/>
            <pc:sldMk cId="3485980956" sldId="262"/>
            <ac:spMk id="2" creationId="{CECCD28D-588C-584F-E8FF-D5491F5F4D23}"/>
          </ac:spMkLst>
        </pc:spChg>
        <pc:spChg chg="add mod">
          <ac:chgData name="원종빈[ 학부재학 / 언어학과 ]" userId="e07aea9e-92ed-4da9-a75e-875ab8ec805f" providerId="ADAL" clId="{CDB6FC7A-B222-4C23-B51B-EA3A03B497FF}" dt="2023-09-02T08:22:25.659" v="944" actId="404"/>
          <ac:spMkLst>
            <pc:docMk/>
            <pc:sldMk cId="3485980956" sldId="262"/>
            <ac:spMk id="3" creationId="{22645183-2803-F02F-ED91-A778F4B49C58}"/>
          </ac:spMkLst>
        </pc:spChg>
      </pc:sldChg>
      <pc:sldChg chg="modSp del mod modNotesTx">
        <pc:chgData name="원종빈[ 학부재학 / 언어학과 ]" userId="e07aea9e-92ed-4da9-a75e-875ab8ec805f" providerId="ADAL" clId="{CDB6FC7A-B222-4C23-B51B-EA3A03B497FF}" dt="2023-09-02T08:21:07.272" v="908" actId="2696"/>
        <pc:sldMkLst>
          <pc:docMk/>
          <pc:sldMk cId="4050977543" sldId="263"/>
        </pc:sldMkLst>
        <pc:spChg chg="mod">
          <ac:chgData name="원종빈[ 학부재학 / 언어학과 ]" userId="e07aea9e-92ed-4da9-a75e-875ab8ec805f" providerId="ADAL" clId="{CDB6FC7A-B222-4C23-B51B-EA3A03B497FF}" dt="2023-09-02T08:21:01.018" v="906" actId="21"/>
          <ac:spMkLst>
            <pc:docMk/>
            <pc:sldMk cId="4050977543" sldId="263"/>
            <ac:spMk id="2" creationId="{CECCD28D-588C-584F-E8FF-D5491F5F4D23}"/>
          </ac:spMkLst>
        </pc:spChg>
      </pc:sldChg>
      <pc:sldChg chg="addSp delSp modSp new mod modNotesTx">
        <pc:chgData name="원종빈[ 학부재학 / 언어학과 ]" userId="e07aea9e-92ed-4da9-a75e-875ab8ec805f" providerId="ADAL" clId="{CDB6FC7A-B222-4C23-B51B-EA3A03B497FF}" dt="2023-09-04T08:18:32.740" v="3653" actId="115"/>
        <pc:sldMkLst>
          <pc:docMk/>
          <pc:sldMk cId="4118482876" sldId="264"/>
        </pc:sldMkLst>
        <pc:spChg chg="mod">
          <ac:chgData name="원종빈[ 학부재학 / 언어학과 ]" userId="e07aea9e-92ed-4da9-a75e-875ab8ec805f" providerId="ADAL" clId="{CDB6FC7A-B222-4C23-B51B-EA3A03B497FF}" dt="2023-09-04T08:18:32.740" v="3653" actId="115"/>
          <ac:spMkLst>
            <pc:docMk/>
            <pc:sldMk cId="4118482876" sldId="264"/>
            <ac:spMk id="2" creationId="{AAF0C179-72FB-F985-70C7-E11BE9F7BE98}"/>
          </ac:spMkLst>
        </pc:spChg>
        <pc:spChg chg="mod">
          <ac:chgData name="원종빈[ 학부재학 / 언어학과 ]" userId="e07aea9e-92ed-4da9-a75e-875ab8ec805f" providerId="ADAL" clId="{CDB6FC7A-B222-4C23-B51B-EA3A03B497FF}" dt="2023-09-04T07:52:12.992" v="3048" actId="207"/>
          <ac:spMkLst>
            <pc:docMk/>
            <pc:sldMk cId="4118482876" sldId="264"/>
            <ac:spMk id="3" creationId="{D9B781E2-BCC7-5E9B-79EF-112FAC877495}"/>
          </ac:spMkLst>
        </pc:spChg>
        <pc:spChg chg="add mod">
          <ac:chgData name="원종빈[ 학부재학 / 언어학과 ]" userId="e07aea9e-92ed-4da9-a75e-875ab8ec805f" providerId="ADAL" clId="{CDB6FC7A-B222-4C23-B51B-EA3A03B497FF}" dt="2023-09-04T08:02:12.808" v="3232" actId="1076"/>
          <ac:spMkLst>
            <pc:docMk/>
            <pc:sldMk cId="4118482876" sldId="264"/>
            <ac:spMk id="5" creationId="{FC4A6729-2DF1-EE59-C5FB-8A47349B225D}"/>
          </ac:spMkLst>
        </pc:spChg>
        <pc:spChg chg="add mod">
          <ac:chgData name="원종빈[ 학부재학 / 언어학과 ]" userId="e07aea9e-92ed-4da9-a75e-875ab8ec805f" providerId="ADAL" clId="{CDB6FC7A-B222-4C23-B51B-EA3A03B497FF}" dt="2023-09-04T08:02:05.396" v="3230" actId="1076"/>
          <ac:spMkLst>
            <pc:docMk/>
            <pc:sldMk cId="4118482876" sldId="264"/>
            <ac:spMk id="7" creationId="{911E0D01-824B-6A90-0E27-97375514E45F}"/>
          </ac:spMkLst>
        </pc:spChg>
        <pc:picChg chg="add del mod">
          <ac:chgData name="원종빈[ 학부재학 / 언어학과 ]" userId="e07aea9e-92ed-4da9-a75e-875ab8ec805f" providerId="ADAL" clId="{CDB6FC7A-B222-4C23-B51B-EA3A03B497FF}" dt="2023-09-04T07:58:43.337" v="3106" actId="478"/>
          <ac:picMkLst>
            <pc:docMk/>
            <pc:sldMk cId="4118482876" sldId="264"/>
            <ac:picMk id="6" creationId="{ED71A881-27AF-09EE-1B51-0DAF7301A6AB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2:23.105" v="3235" actId="14100"/>
          <ac:picMkLst>
            <pc:docMk/>
            <pc:sldMk cId="4118482876" sldId="264"/>
            <ac:picMk id="9" creationId="{59F38FEA-E27E-880F-6C15-3774FFD412E0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2:18.057" v="3233" actId="1076"/>
          <ac:picMkLst>
            <pc:docMk/>
            <pc:sldMk cId="4118482876" sldId="264"/>
            <ac:picMk id="1026" creationId="{336E8F0B-9696-9EE8-EA5C-A1C8900C2325}"/>
          </ac:picMkLst>
        </pc:picChg>
        <pc:picChg chg="add del mod">
          <ac:chgData name="원종빈[ 학부재학 / 언어학과 ]" userId="e07aea9e-92ed-4da9-a75e-875ab8ec805f" providerId="ADAL" clId="{CDB6FC7A-B222-4C23-B51B-EA3A03B497FF}" dt="2023-09-04T08:01:26.061" v="3223" actId="478"/>
          <ac:picMkLst>
            <pc:docMk/>
            <pc:sldMk cId="4118482876" sldId="264"/>
            <ac:picMk id="1028" creationId="{6DC37FED-2AD4-4DE7-1B1D-3AC12E327CE5}"/>
          </ac:picMkLst>
        </pc:picChg>
      </pc:sldChg>
      <pc:sldChg chg="addSp delSp modSp new mod modNotesTx">
        <pc:chgData name="원종빈[ 학부재학 / 언어학과 ]" userId="e07aea9e-92ed-4da9-a75e-875ab8ec805f" providerId="ADAL" clId="{CDB6FC7A-B222-4C23-B51B-EA3A03B497FF}" dt="2023-09-04T08:38:17.882" v="3904" actId="115"/>
        <pc:sldMkLst>
          <pc:docMk/>
          <pc:sldMk cId="2348308057" sldId="265"/>
        </pc:sldMkLst>
        <pc:spChg chg="mod">
          <ac:chgData name="원종빈[ 학부재학 / 언어학과 ]" userId="e07aea9e-92ed-4da9-a75e-875ab8ec805f" providerId="ADAL" clId="{CDB6FC7A-B222-4C23-B51B-EA3A03B497FF}" dt="2023-09-04T08:38:17.882" v="3904" actId="115"/>
          <ac:spMkLst>
            <pc:docMk/>
            <pc:sldMk cId="2348308057" sldId="265"/>
            <ac:spMk id="2" creationId="{10B3DF91-F1E9-C324-9032-3CD476DFDCCE}"/>
          </ac:spMkLst>
        </pc:spChg>
        <pc:spChg chg="del">
          <ac:chgData name="원종빈[ 학부재학 / 언어학과 ]" userId="e07aea9e-92ed-4da9-a75e-875ab8ec805f" providerId="ADAL" clId="{CDB6FC7A-B222-4C23-B51B-EA3A03B497FF}" dt="2023-09-04T08:06:28.401" v="3484"/>
          <ac:spMkLst>
            <pc:docMk/>
            <pc:sldMk cId="2348308057" sldId="265"/>
            <ac:spMk id="3" creationId="{9F6D0828-0FD4-5114-33E2-17F0085D492E}"/>
          </ac:spMkLst>
        </pc:spChg>
        <pc:picChg chg="add mod">
          <ac:chgData name="원종빈[ 학부재학 / 언어학과 ]" userId="e07aea9e-92ed-4da9-a75e-875ab8ec805f" providerId="ADAL" clId="{CDB6FC7A-B222-4C23-B51B-EA3A03B497FF}" dt="2023-09-04T08:07:02.524" v="3498" actId="14100"/>
          <ac:picMkLst>
            <pc:docMk/>
            <pc:sldMk cId="2348308057" sldId="265"/>
            <ac:picMk id="2050" creationId="{E55B3544-FF20-5431-05C1-00B2A9C13C2F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7:04.699" v="3499" actId="1076"/>
          <ac:picMkLst>
            <pc:docMk/>
            <pc:sldMk cId="2348308057" sldId="265"/>
            <ac:picMk id="2052" creationId="{8D253E9C-DDF3-CD22-B503-A29F6DCA07D8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7:10.568" v="3503" actId="1076"/>
          <ac:picMkLst>
            <pc:docMk/>
            <pc:sldMk cId="2348308057" sldId="265"/>
            <ac:picMk id="2054" creationId="{124186CF-8AD8-5713-4D2F-728D4FE427A0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7:06.797" v="3500" actId="1076"/>
          <ac:picMkLst>
            <pc:docMk/>
            <pc:sldMk cId="2348308057" sldId="265"/>
            <ac:picMk id="2056" creationId="{6D72D381-7F39-836D-5BD9-6AD67D4273F0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07:12.808" v="3504" actId="1076"/>
          <ac:picMkLst>
            <pc:docMk/>
            <pc:sldMk cId="2348308057" sldId="265"/>
            <ac:picMk id="2058" creationId="{170463A4-776B-0859-FD96-FF9174461419}"/>
          </ac:picMkLst>
        </pc:picChg>
        <pc:picChg chg="add del">
          <ac:chgData name="원종빈[ 학부재학 / 언어학과 ]" userId="e07aea9e-92ed-4da9-a75e-875ab8ec805f" providerId="ADAL" clId="{CDB6FC7A-B222-4C23-B51B-EA3A03B497FF}" dt="2023-09-04T08:10:22.514" v="3571" actId="478"/>
          <ac:picMkLst>
            <pc:docMk/>
            <pc:sldMk cId="2348308057" sldId="265"/>
            <ac:picMk id="2060" creationId="{A24164D4-88D8-245F-DA24-EB4316CBEE51}"/>
          </ac:picMkLst>
        </pc:picChg>
      </pc:sldChg>
      <pc:sldChg chg="new del">
        <pc:chgData name="원종빈[ 학부재학 / 언어학과 ]" userId="e07aea9e-92ed-4da9-a75e-875ab8ec805f" providerId="ADAL" clId="{CDB6FC7A-B222-4C23-B51B-EA3A03B497FF}" dt="2023-09-04T08:10:36.899" v="3574" actId="47"/>
        <pc:sldMkLst>
          <pc:docMk/>
          <pc:sldMk cId="1215314451" sldId="266"/>
        </pc:sldMkLst>
      </pc:sldChg>
      <pc:sldChg chg="addSp delSp modSp add mod">
        <pc:chgData name="원종빈[ 학부재학 / 언어학과 ]" userId="e07aea9e-92ed-4da9-a75e-875ab8ec805f" providerId="ADAL" clId="{CDB6FC7A-B222-4C23-B51B-EA3A03B497FF}" dt="2023-09-07T00:58:02.679" v="6684" actId="113"/>
        <pc:sldMkLst>
          <pc:docMk/>
          <pc:sldMk cId="2590416326" sldId="267"/>
        </pc:sldMkLst>
        <pc:spChg chg="mod">
          <ac:chgData name="원종빈[ 학부재학 / 언어학과 ]" userId="e07aea9e-92ed-4da9-a75e-875ab8ec805f" providerId="ADAL" clId="{CDB6FC7A-B222-4C23-B51B-EA3A03B497FF}" dt="2023-09-04T08:38:22.051" v="3905" actId="115"/>
          <ac:spMkLst>
            <pc:docMk/>
            <pc:sldMk cId="2590416326" sldId="267"/>
            <ac:spMk id="2" creationId="{10B3DF91-F1E9-C324-9032-3CD476DFDCCE}"/>
          </ac:spMkLst>
        </pc:spChg>
        <pc:spChg chg="add del mod">
          <ac:chgData name="원종빈[ 학부재학 / 언어학과 ]" userId="e07aea9e-92ed-4da9-a75e-875ab8ec805f" providerId="ADAL" clId="{CDB6FC7A-B222-4C23-B51B-EA3A03B497FF}" dt="2023-09-04T08:10:42.798" v="3577" actId="478"/>
          <ac:spMkLst>
            <pc:docMk/>
            <pc:sldMk cId="2590416326" sldId="267"/>
            <ac:spMk id="3" creationId="{BC1FC059-2B47-FAC3-64B1-C054979ADBA6}"/>
          </ac:spMkLst>
        </pc:spChg>
        <pc:spChg chg="add del mod">
          <ac:chgData name="원종빈[ 학부재학 / 언어학과 ]" userId="e07aea9e-92ed-4da9-a75e-875ab8ec805f" providerId="ADAL" clId="{CDB6FC7A-B222-4C23-B51B-EA3A03B497FF}" dt="2023-09-04T08:38:52.682" v="3908" actId="21"/>
          <ac:spMkLst>
            <pc:docMk/>
            <pc:sldMk cId="2590416326" sldId="267"/>
            <ac:spMk id="11" creationId="{8DE0CF47-9B3E-7CC5-2361-2EB1F0CDC6B6}"/>
          </ac:spMkLst>
        </pc:spChg>
        <pc:spChg chg="add mod">
          <ac:chgData name="원종빈[ 학부재학 / 언어학과 ]" userId="e07aea9e-92ed-4da9-a75e-875ab8ec805f" providerId="ADAL" clId="{CDB6FC7A-B222-4C23-B51B-EA3A03B497FF}" dt="2023-09-04T08:14:35.006" v="3628" actId="20577"/>
          <ac:spMkLst>
            <pc:docMk/>
            <pc:sldMk cId="2590416326" sldId="267"/>
            <ac:spMk id="12" creationId="{838E1DFC-D636-8462-88D5-A02FE79C36CC}"/>
          </ac:spMkLst>
        </pc:spChg>
        <pc:spChg chg="mod">
          <ac:chgData name="원종빈[ 학부재학 / 언어학과 ]" userId="e07aea9e-92ed-4da9-a75e-875ab8ec805f" providerId="ADAL" clId="{CDB6FC7A-B222-4C23-B51B-EA3A03B497FF}" dt="2023-09-07T00:58:02.679" v="6684" actId="113"/>
          <ac:spMkLst>
            <pc:docMk/>
            <pc:sldMk cId="2590416326" sldId="267"/>
            <ac:spMk id="16" creationId="{0E78BEC5-659B-DB51-F1C4-7BF07B2B2248}"/>
          </ac:spMkLst>
        </pc:spChg>
        <pc:picChg chg="add del mod">
          <ac:chgData name="원종빈[ 학부재학 / 언어학과 ]" userId="e07aea9e-92ed-4da9-a75e-875ab8ec805f" providerId="ADAL" clId="{CDB6FC7A-B222-4C23-B51B-EA3A03B497FF}" dt="2023-09-04T08:38:52.682" v="3908" actId="21"/>
          <ac:picMkLst>
            <pc:docMk/>
            <pc:sldMk cId="2590416326" sldId="267"/>
            <ac:picMk id="6" creationId="{5B84E93F-1D45-3288-408F-C3C7C31009E4}"/>
          </ac:picMkLst>
        </pc:picChg>
        <pc:picChg chg="add del mod">
          <ac:chgData name="원종빈[ 학부재학 / 언어학과 ]" userId="e07aea9e-92ed-4da9-a75e-875ab8ec805f" providerId="ADAL" clId="{CDB6FC7A-B222-4C23-B51B-EA3A03B497FF}" dt="2023-09-04T08:12:08.938" v="3592" actId="478"/>
          <ac:picMkLst>
            <pc:docMk/>
            <pc:sldMk cId="2590416326" sldId="267"/>
            <ac:picMk id="8" creationId="{546967C2-CEEC-988A-4CA4-D1B597A506BB}"/>
          </ac:picMkLst>
        </pc:picChg>
        <pc:picChg chg="add mod">
          <ac:chgData name="원종빈[ 학부재학 / 언어학과 ]" userId="e07aea9e-92ed-4da9-a75e-875ab8ec805f" providerId="ADAL" clId="{CDB6FC7A-B222-4C23-B51B-EA3A03B497FF}" dt="2023-09-04T08:12:31.466" v="3595" actId="1076"/>
          <ac:picMkLst>
            <pc:docMk/>
            <pc:sldMk cId="2590416326" sldId="267"/>
            <ac:picMk id="10" creationId="{2A0310ED-7EDB-8841-B150-F3EA7F499663}"/>
          </ac:picMkLst>
        </pc:picChg>
        <pc:picChg chg="del">
          <ac:chgData name="원종빈[ 학부재학 / 언어학과 ]" userId="e07aea9e-92ed-4da9-a75e-875ab8ec805f" providerId="ADAL" clId="{CDB6FC7A-B222-4C23-B51B-EA3A03B497FF}" dt="2023-09-04T08:10:41.115" v="3575" actId="478"/>
          <ac:picMkLst>
            <pc:docMk/>
            <pc:sldMk cId="2590416326" sldId="267"/>
            <ac:picMk id="2050" creationId="{E55B3544-FF20-5431-05C1-00B2A9C13C2F}"/>
          </ac:picMkLst>
        </pc:picChg>
        <pc:picChg chg="del">
          <ac:chgData name="원종빈[ 학부재학 / 언어학과 ]" userId="e07aea9e-92ed-4da9-a75e-875ab8ec805f" providerId="ADAL" clId="{CDB6FC7A-B222-4C23-B51B-EA3A03B497FF}" dt="2023-09-04T08:10:43.702" v="3578" actId="478"/>
          <ac:picMkLst>
            <pc:docMk/>
            <pc:sldMk cId="2590416326" sldId="267"/>
            <ac:picMk id="2052" creationId="{8D253E9C-DDF3-CD22-B503-A29F6DCA07D8}"/>
          </ac:picMkLst>
        </pc:picChg>
        <pc:picChg chg="del mod">
          <ac:chgData name="원종빈[ 학부재학 / 언어학과 ]" userId="e07aea9e-92ed-4da9-a75e-875ab8ec805f" providerId="ADAL" clId="{CDB6FC7A-B222-4C23-B51B-EA3A03B497FF}" dt="2023-09-04T08:10:45.028" v="3581" actId="478"/>
          <ac:picMkLst>
            <pc:docMk/>
            <pc:sldMk cId="2590416326" sldId="267"/>
            <ac:picMk id="2054" creationId="{124186CF-8AD8-5713-4D2F-728D4FE427A0}"/>
          </ac:picMkLst>
        </pc:picChg>
        <pc:picChg chg="del">
          <ac:chgData name="원종빈[ 학부재학 / 언어학과 ]" userId="e07aea9e-92ed-4da9-a75e-875ab8ec805f" providerId="ADAL" clId="{CDB6FC7A-B222-4C23-B51B-EA3A03B497FF}" dt="2023-09-04T08:10:44.226" v="3579" actId="478"/>
          <ac:picMkLst>
            <pc:docMk/>
            <pc:sldMk cId="2590416326" sldId="267"/>
            <ac:picMk id="2056" creationId="{6D72D381-7F39-836D-5BD9-6AD67D4273F0}"/>
          </ac:picMkLst>
        </pc:picChg>
        <pc:picChg chg="del">
          <ac:chgData name="원종빈[ 학부재학 / 언어학과 ]" userId="e07aea9e-92ed-4da9-a75e-875ab8ec805f" providerId="ADAL" clId="{CDB6FC7A-B222-4C23-B51B-EA3A03B497FF}" dt="2023-09-04T08:10:45.568" v="3582" actId="478"/>
          <ac:picMkLst>
            <pc:docMk/>
            <pc:sldMk cId="2590416326" sldId="267"/>
            <ac:picMk id="2058" creationId="{170463A4-776B-0859-FD96-FF9174461419}"/>
          </ac:picMkLst>
        </pc:picChg>
      </pc:sldChg>
      <pc:sldChg chg="addSp delSp modSp add mod">
        <pc:chgData name="원종빈[ 학부재학 / 언어학과 ]" userId="e07aea9e-92ed-4da9-a75e-875ab8ec805f" providerId="ADAL" clId="{CDB6FC7A-B222-4C23-B51B-EA3A03B497FF}" dt="2023-09-04T08:38:08.605" v="3903" actId="113"/>
        <pc:sldMkLst>
          <pc:docMk/>
          <pc:sldMk cId="1374902305" sldId="268"/>
        </pc:sldMkLst>
        <pc:spChg chg="mod">
          <ac:chgData name="원종빈[ 학부재학 / 언어학과 ]" userId="e07aea9e-92ed-4da9-a75e-875ab8ec805f" providerId="ADAL" clId="{CDB6FC7A-B222-4C23-B51B-EA3A03B497FF}" dt="2023-09-04T08:38:08.605" v="3903" actId="113"/>
          <ac:spMkLst>
            <pc:docMk/>
            <pc:sldMk cId="1374902305" sldId="268"/>
            <ac:spMk id="2" creationId="{10B3DF91-F1E9-C324-9032-3CD476DFDCCE}"/>
          </ac:spMkLst>
        </pc:spChg>
        <pc:spChg chg="add del mod">
          <ac:chgData name="원종빈[ 학부재학 / 언어학과 ]" userId="e07aea9e-92ed-4da9-a75e-875ab8ec805f" providerId="ADAL" clId="{CDB6FC7A-B222-4C23-B51B-EA3A03B497FF}" dt="2023-09-04T08:17:01.402" v="3634" actId="478"/>
          <ac:spMkLst>
            <pc:docMk/>
            <pc:sldMk cId="1374902305" sldId="268"/>
            <ac:spMk id="3" creationId="{F209BBC7-9775-05C7-E1BC-1E865482E249}"/>
          </ac:spMkLst>
        </pc:spChg>
        <pc:spChg chg="add del">
          <ac:chgData name="원종빈[ 학부재학 / 언어학과 ]" userId="e07aea9e-92ed-4da9-a75e-875ab8ec805f" providerId="ADAL" clId="{CDB6FC7A-B222-4C23-B51B-EA3A03B497FF}" dt="2023-09-04T08:16:53.807" v="3632" actId="478"/>
          <ac:spMkLst>
            <pc:docMk/>
            <pc:sldMk cId="1374902305" sldId="268"/>
            <ac:spMk id="4" creationId="{BB174AD4-635C-E6C7-8A99-5D08ED898758}"/>
          </ac:spMkLst>
        </pc:spChg>
        <pc:picChg chg="add mod">
          <ac:chgData name="원종빈[ 학부재학 / 언어학과 ]" userId="e07aea9e-92ed-4da9-a75e-875ab8ec805f" providerId="ADAL" clId="{CDB6FC7A-B222-4C23-B51B-EA3A03B497FF}" dt="2023-09-04T08:38:03.773" v="3900" actId="1076"/>
          <ac:picMkLst>
            <pc:docMk/>
            <pc:sldMk cId="1374902305" sldId="268"/>
            <ac:picMk id="8" creationId="{9EA00DDB-7441-B838-A391-1462C8787C73}"/>
          </ac:picMkLst>
        </pc:picChg>
        <pc:picChg chg="del">
          <ac:chgData name="원종빈[ 학부재학 / 언어학과 ]" userId="e07aea9e-92ed-4da9-a75e-875ab8ec805f" providerId="ADAL" clId="{CDB6FC7A-B222-4C23-B51B-EA3A03B497FF}" dt="2023-09-04T08:16:41.847" v="3630" actId="478"/>
          <ac:picMkLst>
            <pc:docMk/>
            <pc:sldMk cId="1374902305" sldId="268"/>
            <ac:picMk id="2050" creationId="{E55B3544-FF20-5431-05C1-00B2A9C13C2F}"/>
          </ac:picMkLst>
        </pc:picChg>
        <pc:picChg chg="add del">
          <ac:chgData name="원종빈[ 학부재학 / 언어학과 ]" userId="e07aea9e-92ed-4da9-a75e-875ab8ec805f" providerId="ADAL" clId="{CDB6FC7A-B222-4C23-B51B-EA3A03B497FF}" dt="2023-09-04T08:16:58.475" v="3633" actId="478"/>
          <ac:picMkLst>
            <pc:docMk/>
            <pc:sldMk cId="1374902305" sldId="268"/>
            <ac:picMk id="2052" creationId="{8D253E9C-DDF3-CD22-B503-A29F6DCA07D8}"/>
          </ac:picMkLst>
        </pc:picChg>
        <pc:picChg chg="add del">
          <ac:chgData name="원종빈[ 학부재학 / 언어학과 ]" userId="e07aea9e-92ed-4da9-a75e-875ab8ec805f" providerId="ADAL" clId="{CDB6FC7A-B222-4C23-B51B-EA3A03B497FF}" dt="2023-09-04T08:17:03.679" v="3635" actId="478"/>
          <ac:picMkLst>
            <pc:docMk/>
            <pc:sldMk cId="1374902305" sldId="268"/>
            <ac:picMk id="2054" creationId="{124186CF-8AD8-5713-4D2F-728D4FE427A0}"/>
          </ac:picMkLst>
        </pc:picChg>
        <pc:picChg chg="add del">
          <ac:chgData name="원종빈[ 학부재학 / 언어학과 ]" userId="e07aea9e-92ed-4da9-a75e-875ab8ec805f" providerId="ADAL" clId="{CDB6FC7A-B222-4C23-B51B-EA3A03B497FF}" dt="2023-09-04T08:16:58.475" v="3633" actId="478"/>
          <ac:picMkLst>
            <pc:docMk/>
            <pc:sldMk cId="1374902305" sldId="268"/>
            <ac:picMk id="2056" creationId="{6D72D381-7F39-836D-5BD9-6AD67D4273F0}"/>
          </ac:picMkLst>
        </pc:picChg>
        <pc:picChg chg="add del">
          <ac:chgData name="원종빈[ 학부재학 / 언어학과 ]" userId="e07aea9e-92ed-4da9-a75e-875ab8ec805f" providerId="ADAL" clId="{CDB6FC7A-B222-4C23-B51B-EA3A03B497FF}" dt="2023-09-04T08:17:03.679" v="3635" actId="478"/>
          <ac:picMkLst>
            <pc:docMk/>
            <pc:sldMk cId="1374902305" sldId="268"/>
            <ac:picMk id="2058" creationId="{170463A4-776B-0859-FD96-FF9174461419}"/>
          </ac:picMkLst>
        </pc:picChg>
      </pc:sldChg>
      <pc:sldChg chg="modSp new mod">
        <pc:chgData name="원종빈[ 학부재학 / 언어학과 ]" userId="e07aea9e-92ed-4da9-a75e-875ab8ec805f" providerId="ADAL" clId="{CDB6FC7A-B222-4C23-B51B-EA3A03B497FF}" dt="2023-09-04T08:20:41.163" v="3896" actId="20577"/>
        <pc:sldMkLst>
          <pc:docMk/>
          <pc:sldMk cId="282326902" sldId="269"/>
        </pc:sldMkLst>
        <pc:spChg chg="mod">
          <ac:chgData name="원종빈[ 학부재학 / 언어학과 ]" userId="e07aea9e-92ed-4da9-a75e-875ab8ec805f" providerId="ADAL" clId="{CDB6FC7A-B222-4C23-B51B-EA3A03B497FF}" dt="2023-09-04T08:20:00.039" v="3749" actId="115"/>
          <ac:spMkLst>
            <pc:docMk/>
            <pc:sldMk cId="282326902" sldId="269"/>
            <ac:spMk id="2" creationId="{525E97F0-4CB7-1B06-69DE-2141948C2343}"/>
          </ac:spMkLst>
        </pc:spChg>
        <pc:spChg chg="mod">
          <ac:chgData name="원종빈[ 학부재학 / 언어학과 ]" userId="e07aea9e-92ed-4da9-a75e-875ab8ec805f" providerId="ADAL" clId="{CDB6FC7A-B222-4C23-B51B-EA3A03B497FF}" dt="2023-09-04T08:20:41.163" v="3896" actId="20577"/>
          <ac:spMkLst>
            <pc:docMk/>
            <pc:sldMk cId="282326902" sldId="269"/>
            <ac:spMk id="3" creationId="{724A08DC-30A4-3771-B6BB-9B64A274A7B1}"/>
          </ac:spMkLst>
        </pc:spChg>
      </pc:sldChg>
      <pc:sldChg chg="addSp delSp modSp add mod">
        <pc:chgData name="원종빈[ 학부재학 / 언어학과 ]" userId="e07aea9e-92ed-4da9-a75e-875ab8ec805f" providerId="ADAL" clId="{CDB6FC7A-B222-4C23-B51B-EA3A03B497FF}" dt="2023-09-07T00:29:06.491" v="5971" actId="115"/>
        <pc:sldMkLst>
          <pc:docMk/>
          <pc:sldMk cId="37115071" sldId="270"/>
        </pc:sldMkLst>
        <pc:spChg chg="add mod">
          <ac:chgData name="원종빈[ 학부재학 / 언어학과 ]" userId="e07aea9e-92ed-4da9-a75e-875ab8ec805f" providerId="ADAL" clId="{CDB6FC7A-B222-4C23-B51B-EA3A03B497FF}" dt="2023-09-04T08:39:23.754" v="3914" actId="122"/>
          <ac:spMkLst>
            <pc:docMk/>
            <pc:sldMk cId="37115071" sldId="270"/>
            <ac:spMk id="5" creationId="{B007E5FC-40B9-3CF0-3A6A-32815A6C476D}"/>
          </ac:spMkLst>
        </pc:spChg>
        <pc:spChg chg="add mod">
          <ac:chgData name="원종빈[ 학부재학 / 언어학과 ]" userId="e07aea9e-92ed-4da9-a75e-875ab8ec805f" providerId="ADAL" clId="{CDB6FC7A-B222-4C23-B51B-EA3A03B497FF}" dt="2023-09-07T00:29:06.491" v="5971" actId="115"/>
          <ac:spMkLst>
            <pc:docMk/>
            <pc:sldMk cId="37115071" sldId="270"/>
            <ac:spMk id="6" creationId="{F71FE48B-D124-F80E-29C4-CF12EA0FC6C0}"/>
          </ac:spMkLst>
        </pc:spChg>
        <pc:picChg chg="add mod">
          <ac:chgData name="원종빈[ 학부재학 / 언어학과 ]" userId="e07aea9e-92ed-4da9-a75e-875ab8ec805f" providerId="ADAL" clId="{CDB6FC7A-B222-4C23-B51B-EA3A03B497FF}" dt="2023-09-04T08:39:18.782" v="3913" actId="1076"/>
          <ac:picMkLst>
            <pc:docMk/>
            <pc:sldMk cId="37115071" sldId="270"/>
            <ac:picMk id="3" creationId="{8C86871C-1E60-27FB-B2AC-17BF8299475C}"/>
          </ac:picMkLst>
        </pc:picChg>
        <pc:picChg chg="del">
          <ac:chgData name="원종빈[ 학부재학 / 언어학과 ]" userId="e07aea9e-92ed-4da9-a75e-875ab8ec805f" providerId="ADAL" clId="{CDB6FC7A-B222-4C23-B51B-EA3A03B497FF}" dt="2023-09-04T08:38:46.772" v="3907" actId="478"/>
          <ac:picMkLst>
            <pc:docMk/>
            <pc:sldMk cId="37115071" sldId="270"/>
            <ac:picMk id="8" creationId="{9EA00DDB-7441-B838-A391-1462C8787C73}"/>
          </ac:picMkLst>
        </pc:picChg>
      </pc:sldChg>
      <pc:sldChg chg="modSp mod">
        <pc:chgData name="원종빈[ 학부재학 / 언어학과 ]" userId="e07aea9e-92ed-4da9-a75e-875ab8ec805f" providerId="ADAL" clId="{CDB6FC7A-B222-4C23-B51B-EA3A03B497FF}" dt="2023-09-07T00:04:36.344" v="4804" actId="1076"/>
        <pc:sldMkLst>
          <pc:docMk/>
          <pc:sldMk cId="779792909" sldId="272"/>
        </pc:sldMkLst>
        <pc:spChg chg="mod">
          <ac:chgData name="원종빈[ 학부재학 / 언어학과 ]" userId="e07aea9e-92ed-4da9-a75e-875ab8ec805f" providerId="ADAL" clId="{CDB6FC7A-B222-4C23-B51B-EA3A03B497FF}" dt="2023-09-07T00:04:36.344" v="4804" actId="1076"/>
          <ac:spMkLst>
            <pc:docMk/>
            <pc:sldMk cId="779792909" sldId="272"/>
            <ac:spMk id="6" creationId="{F71FE48B-D124-F80E-29C4-CF12EA0FC6C0}"/>
          </ac:spMkLst>
        </pc:spChg>
      </pc:sldChg>
      <pc:sldChg chg="addSp delSp modSp mod modNotesTx">
        <pc:chgData name="원종빈[ 학부재학 / 언어학과 ]" userId="e07aea9e-92ed-4da9-a75e-875ab8ec805f" providerId="ADAL" clId="{CDB6FC7A-B222-4C23-B51B-EA3A03B497FF}" dt="2023-09-07T00:18:24.743" v="5564" actId="20577"/>
        <pc:sldMkLst>
          <pc:docMk/>
          <pc:sldMk cId="2524471736" sldId="276"/>
        </pc:sldMkLst>
        <pc:spChg chg="add mod">
          <ac:chgData name="원종빈[ 학부재학 / 언어학과 ]" userId="e07aea9e-92ed-4da9-a75e-875ab8ec805f" providerId="ADAL" clId="{CDB6FC7A-B222-4C23-B51B-EA3A03B497FF}" dt="2023-09-07T00:18:15.643" v="5553" actId="1076"/>
          <ac:spMkLst>
            <pc:docMk/>
            <pc:sldMk cId="2524471736" sldId="276"/>
            <ac:spMk id="11" creationId="{7B834742-12C5-F536-5A5D-2B8E1C8940D0}"/>
          </ac:spMkLst>
        </pc:spChg>
        <pc:spChg chg="mod">
          <ac:chgData name="원종빈[ 학부재학 / 언어학과 ]" userId="e07aea9e-92ed-4da9-a75e-875ab8ec805f" providerId="ADAL" clId="{CDB6FC7A-B222-4C23-B51B-EA3A03B497FF}" dt="2023-09-07T00:18:24.743" v="5564" actId="20577"/>
          <ac:spMkLst>
            <pc:docMk/>
            <pc:sldMk cId="2524471736" sldId="276"/>
            <ac:spMk id="16" creationId="{C9785A5E-3275-86B8-23DE-7315AFCA26F4}"/>
          </ac:spMkLst>
        </pc:spChg>
        <pc:spChg chg="mod">
          <ac:chgData name="원종빈[ 학부재학 / 언어학과 ]" userId="e07aea9e-92ed-4da9-a75e-875ab8ec805f" providerId="ADAL" clId="{CDB6FC7A-B222-4C23-B51B-EA3A03B497FF}" dt="2023-09-06T23:17:44.869" v="4442" actId="113"/>
          <ac:spMkLst>
            <pc:docMk/>
            <pc:sldMk cId="2524471736" sldId="276"/>
            <ac:spMk id="18" creationId="{787DAD45-5A3D-91FB-AA44-5368964ECC61}"/>
          </ac:spMkLst>
        </pc:spChg>
        <pc:grpChg chg="add del mod">
          <ac:chgData name="원종빈[ 학부재학 / 언어학과 ]" userId="e07aea9e-92ed-4da9-a75e-875ab8ec805f" providerId="ADAL" clId="{CDB6FC7A-B222-4C23-B51B-EA3A03B497FF}" dt="2023-09-07T00:17:03.987" v="5535" actId="478"/>
          <ac:grpSpMkLst>
            <pc:docMk/>
            <pc:sldMk cId="2524471736" sldId="276"/>
            <ac:grpSpMk id="3" creationId="{2FDF6CE9-35ED-3778-89E5-759DBB07928C}"/>
          </ac:grpSpMkLst>
        </pc:grpChg>
        <pc:picChg chg="add mod ord">
          <ac:chgData name="원종빈[ 학부재학 / 언어학과 ]" userId="e07aea9e-92ed-4da9-a75e-875ab8ec805f" providerId="ADAL" clId="{CDB6FC7A-B222-4C23-B51B-EA3A03B497FF}" dt="2023-09-07T00:17:42.327" v="5544" actId="166"/>
          <ac:picMkLst>
            <pc:docMk/>
            <pc:sldMk cId="2524471736" sldId="276"/>
            <ac:picMk id="7" creationId="{9FAC7023-D2AF-575C-904B-1588EA197847}"/>
          </ac:picMkLst>
        </pc:picChg>
        <pc:picChg chg="add del">
          <ac:chgData name="원종빈[ 학부재학 / 언어학과 ]" userId="e07aea9e-92ed-4da9-a75e-875ab8ec805f" providerId="ADAL" clId="{CDB6FC7A-B222-4C23-B51B-EA3A03B497FF}" dt="2023-09-07T00:17:49.695" v="5549" actId="22"/>
          <ac:picMkLst>
            <pc:docMk/>
            <pc:sldMk cId="2524471736" sldId="276"/>
            <ac:picMk id="9" creationId="{5895A8BF-FFDD-35AA-7D86-94B3B06773C8}"/>
          </ac:picMkLst>
        </pc:picChg>
        <pc:picChg chg="mod">
          <ac:chgData name="원종빈[ 학부재학 / 언어학과 ]" userId="e07aea9e-92ed-4da9-a75e-875ab8ec805f" providerId="ADAL" clId="{CDB6FC7A-B222-4C23-B51B-EA3A03B497FF}" dt="2023-09-05T04:24:04.153" v="4429" actId="164"/>
          <ac:picMkLst>
            <pc:docMk/>
            <pc:sldMk cId="2524471736" sldId="276"/>
            <ac:picMk id="10" creationId="{FEBF070B-5897-1608-0D5F-EDD4EE6368CE}"/>
          </ac:picMkLst>
        </pc:picChg>
        <pc:cxnChg chg="ord">
          <ac:chgData name="원종빈[ 학부재학 / 언어학과 ]" userId="e07aea9e-92ed-4da9-a75e-875ab8ec805f" providerId="ADAL" clId="{CDB6FC7A-B222-4C23-B51B-EA3A03B497FF}" dt="2023-09-07T00:17:45.389" v="5545" actId="166"/>
          <ac:cxnSpMkLst>
            <pc:docMk/>
            <pc:sldMk cId="2524471736" sldId="276"/>
            <ac:cxnSpMk id="12" creationId="{48E73D34-55C9-3275-BFD4-983EAC0DF28B}"/>
          </ac:cxnSpMkLst>
        </pc:cxnChg>
      </pc:sldChg>
      <pc:sldChg chg="modSp modNotesTx">
        <pc:chgData name="원종빈[ 학부재학 / 언어학과 ]" userId="e07aea9e-92ed-4da9-a75e-875ab8ec805f" providerId="ADAL" clId="{CDB6FC7A-B222-4C23-B51B-EA3A03B497FF}" dt="2023-09-05T04:08:54.568" v="4364" actId="20577"/>
        <pc:sldMkLst>
          <pc:docMk/>
          <pc:sldMk cId="2626253234" sldId="278"/>
        </pc:sldMkLst>
        <pc:spChg chg="mod">
          <ac:chgData name="원종빈[ 학부재학 / 언어학과 ]" userId="e07aea9e-92ed-4da9-a75e-875ab8ec805f" providerId="ADAL" clId="{CDB6FC7A-B222-4C23-B51B-EA3A03B497FF}" dt="2023-09-05T04:08:32.615" v="4316" actId="20577"/>
          <ac:spMkLst>
            <pc:docMk/>
            <pc:sldMk cId="2626253234" sldId="278"/>
            <ac:spMk id="46" creationId="{C2EA8D42-CB33-8A52-6710-472875C677F7}"/>
          </ac:spMkLst>
        </pc:spChg>
      </pc:sldChg>
      <pc:sldChg chg="addSp delSp modSp new mod modNotesTx">
        <pc:chgData name="원종빈[ 학부재학 / 언어학과 ]" userId="e07aea9e-92ed-4da9-a75e-875ab8ec805f" providerId="ADAL" clId="{CDB6FC7A-B222-4C23-B51B-EA3A03B497FF}" dt="2023-09-07T00:38:37.170" v="5978" actId="571"/>
        <pc:sldMkLst>
          <pc:docMk/>
          <pc:sldMk cId="127403394" sldId="280"/>
        </pc:sldMkLst>
        <pc:spChg chg="mod">
          <ac:chgData name="원종빈[ 학부재학 / 언어학과 ]" userId="e07aea9e-92ed-4da9-a75e-875ab8ec805f" providerId="ADAL" clId="{CDB6FC7A-B222-4C23-B51B-EA3A03B497FF}" dt="2023-09-05T04:23:50.355" v="4427"/>
          <ac:spMkLst>
            <pc:docMk/>
            <pc:sldMk cId="127403394" sldId="280"/>
            <ac:spMk id="2" creationId="{524A173C-1487-0433-EB4E-04D2417E762B}"/>
          </ac:spMkLst>
        </pc:spChg>
        <pc:spChg chg="del">
          <ac:chgData name="원종빈[ 학부재학 / 언어학과 ]" userId="e07aea9e-92ed-4da9-a75e-875ab8ec805f" providerId="ADAL" clId="{CDB6FC7A-B222-4C23-B51B-EA3A03B497FF}" dt="2023-09-05T04:24:32.768" v="4432"/>
          <ac:spMkLst>
            <pc:docMk/>
            <pc:sldMk cId="127403394" sldId="280"/>
            <ac:spMk id="3" creationId="{EE298959-18BF-80FF-6D4D-566F0BF498A0}"/>
          </ac:spMkLst>
        </pc:spChg>
        <pc:spChg chg="mod">
          <ac:chgData name="원종빈[ 학부재학 / 언어학과 ]" userId="e07aea9e-92ed-4da9-a75e-875ab8ec805f" providerId="ADAL" clId="{CDB6FC7A-B222-4C23-B51B-EA3A03B497FF}" dt="2023-09-05T04:25:33.789" v="4440" actId="1076"/>
          <ac:spMkLst>
            <pc:docMk/>
            <pc:sldMk cId="127403394" sldId="280"/>
            <ac:spMk id="7" creationId="{B6D8FBFD-788C-3D17-5C1A-1E916FF3CA37}"/>
          </ac:spMkLst>
        </pc:spChg>
        <pc:spChg chg="add mod">
          <ac:chgData name="원종빈[ 학부재학 / 언어학과 ]" userId="e07aea9e-92ed-4da9-a75e-875ab8ec805f" providerId="ADAL" clId="{CDB6FC7A-B222-4C23-B51B-EA3A03B497FF}" dt="2023-09-07T00:38:37.170" v="5978" actId="571"/>
          <ac:spMkLst>
            <pc:docMk/>
            <pc:sldMk cId="127403394" sldId="280"/>
            <ac:spMk id="8" creationId="{648F691F-F0A3-B1F9-C3EF-F47E00CCE933}"/>
          </ac:spMkLst>
        </pc:spChg>
        <pc:grpChg chg="add mod">
          <ac:chgData name="원종빈[ 학부재학 / 언어학과 ]" userId="e07aea9e-92ed-4da9-a75e-875ab8ec805f" providerId="ADAL" clId="{CDB6FC7A-B222-4C23-B51B-EA3A03B497FF}" dt="2023-09-05T04:25:13.867" v="4436" actId="14100"/>
          <ac:grpSpMkLst>
            <pc:docMk/>
            <pc:sldMk cId="127403394" sldId="280"/>
            <ac:grpSpMk id="5" creationId="{4D1A495C-E095-0618-6979-3DBFF0554C29}"/>
          </ac:grpSpMkLst>
        </pc:grpChg>
        <pc:picChg chg="mod">
          <ac:chgData name="원종빈[ 학부재학 / 언어학과 ]" userId="e07aea9e-92ed-4da9-a75e-875ab8ec805f" providerId="ADAL" clId="{CDB6FC7A-B222-4C23-B51B-EA3A03B497FF}" dt="2023-09-05T04:25:28.340" v="4439" actId="1076"/>
          <ac:picMkLst>
            <pc:docMk/>
            <pc:sldMk cId="127403394" sldId="280"/>
            <ac:picMk id="6" creationId="{EEC02830-42EC-5DED-C484-4AEFDF8C5249}"/>
          </ac:picMkLst>
        </pc:picChg>
        <pc:picChg chg="add mod">
          <ac:chgData name="원종빈[ 학부재학 / 언어학과 ]" userId="e07aea9e-92ed-4da9-a75e-875ab8ec805f" providerId="ADAL" clId="{CDB6FC7A-B222-4C23-B51B-EA3A03B497FF}" dt="2023-09-05T04:25:09.546" v="4434" actId="1076"/>
          <ac:picMkLst>
            <pc:docMk/>
            <pc:sldMk cId="127403394" sldId="280"/>
            <ac:picMk id="9" creationId="{60CDDBC4-3080-A676-2965-6100A08BA2A0}"/>
          </ac:picMkLst>
        </pc:picChg>
      </pc:sldChg>
      <pc:sldChg chg="modSp mod">
        <pc:chgData name="원종빈[ 학부재학 / 언어학과 ]" userId="e07aea9e-92ed-4da9-a75e-875ab8ec805f" providerId="ADAL" clId="{CDB6FC7A-B222-4C23-B51B-EA3A03B497FF}" dt="2023-09-07T00:20:34.592" v="5845" actId="1076"/>
        <pc:sldMkLst>
          <pc:docMk/>
          <pc:sldMk cId="953035930" sldId="281"/>
        </pc:sldMkLst>
        <pc:spChg chg="mod">
          <ac:chgData name="원종빈[ 학부재학 / 언어학과 ]" userId="e07aea9e-92ed-4da9-a75e-875ab8ec805f" providerId="ADAL" clId="{CDB6FC7A-B222-4C23-B51B-EA3A03B497FF}" dt="2023-09-07T00:20:34.592" v="5845" actId="1076"/>
          <ac:spMkLst>
            <pc:docMk/>
            <pc:sldMk cId="953035930" sldId="281"/>
            <ac:spMk id="5" creationId="{6A77DE4C-7947-F768-97CA-ECBD5CFC956B}"/>
          </ac:spMkLst>
        </pc:spChg>
        <pc:picChg chg="mod">
          <ac:chgData name="원종빈[ 학부재학 / 언어학과 ]" userId="e07aea9e-92ed-4da9-a75e-875ab8ec805f" providerId="ADAL" clId="{CDB6FC7A-B222-4C23-B51B-EA3A03B497FF}" dt="2023-09-07T00:20:33.713" v="5844" actId="14100"/>
          <ac:picMkLst>
            <pc:docMk/>
            <pc:sldMk cId="953035930" sldId="281"/>
            <ac:picMk id="3" creationId="{C53B9557-3EA2-103F-5FF2-E77795929E99}"/>
          </ac:picMkLst>
        </pc:picChg>
        <pc:picChg chg="mod">
          <ac:chgData name="원종빈[ 학부재학 / 언어학과 ]" userId="e07aea9e-92ed-4da9-a75e-875ab8ec805f" providerId="ADAL" clId="{CDB6FC7A-B222-4C23-B51B-EA3A03B497FF}" dt="2023-09-07T00:20:30.608" v="5843" actId="14100"/>
          <ac:picMkLst>
            <pc:docMk/>
            <pc:sldMk cId="953035930" sldId="281"/>
            <ac:picMk id="6" creationId="{5BD07D8F-A3F0-8904-C199-5B0D4F43B1A5}"/>
          </ac:picMkLst>
        </pc:picChg>
        <pc:picChg chg="mod">
          <ac:chgData name="원종빈[ 학부재학 / 언어학과 ]" userId="e07aea9e-92ed-4da9-a75e-875ab8ec805f" providerId="ADAL" clId="{CDB6FC7A-B222-4C23-B51B-EA3A03B497FF}" dt="2023-09-07T00:20:27.347" v="5842" actId="14100"/>
          <ac:picMkLst>
            <pc:docMk/>
            <pc:sldMk cId="953035930" sldId="281"/>
            <ac:picMk id="7" creationId="{7D02D184-B0C8-5E66-E895-2C3A54614710}"/>
          </ac:picMkLst>
        </pc:picChg>
      </pc:sldChg>
      <pc:sldChg chg="addSp modSp mod">
        <pc:chgData name="원종빈[ 학부재학 / 언어학과 ]" userId="e07aea9e-92ed-4da9-a75e-875ab8ec805f" providerId="ADAL" clId="{CDB6FC7A-B222-4C23-B51B-EA3A03B497FF}" dt="2023-09-07T00:39:49.555" v="5989" actId="14100"/>
        <pc:sldMkLst>
          <pc:docMk/>
          <pc:sldMk cId="428759982" sldId="283"/>
        </pc:sldMkLst>
        <pc:spChg chg="mod">
          <ac:chgData name="원종빈[ 학부재학 / 언어학과 ]" userId="e07aea9e-92ed-4da9-a75e-875ab8ec805f" providerId="ADAL" clId="{CDB6FC7A-B222-4C23-B51B-EA3A03B497FF}" dt="2023-09-07T00:39:31.364" v="5986" actId="1076"/>
          <ac:spMkLst>
            <pc:docMk/>
            <pc:sldMk cId="428759982" sldId="283"/>
            <ac:spMk id="5" creationId="{DAD79610-274C-4C85-5706-6C8E1D2D4521}"/>
          </ac:spMkLst>
        </pc:spChg>
        <pc:spChg chg="mod">
          <ac:chgData name="원종빈[ 학부재학 / 언어학과 ]" userId="e07aea9e-92ed-4da9-a75e-875ab8ec805f" providerId="ADAL" clId="{CDB6FC7A-B222-4C23-B51B-EA3A03B497FF}" dt="2023-09-07T00:39:22.789" v="5984" actId="1076"/>
          <ac:spMkLst>
            <pc:docMk/>
            <pc:sldMk cId="428759982" sldId="283"/>
            <ac:spMk id="6" creationId="{5778CABE-B427-49AF-DAB6-F3D2A34E1E22}"/>
          </ac:spMkLst>
        </pc:spChg>
        <pc:spChg chg="mod">
          <ac:chgData name="원종빈[ 학부재학 / 언어학과 ]" userId="e07aea9e-92ed-4da9-a75e-875ab8ec805f" providerId="ADAL" clId="{CDB6FC7A-B222-4C23-B51B-EA3A03B497FF}" dt="2023-09-07T00:39:36.653" v="5987" actId="1076"/>
          <ac:spMkLst>
            <pc:docMk/>
            <pc:sldMk cId="428759982" sldId="283"/>
            <ac:spMk id="7" creationId="{355C9239-7F9E-5803-9BC7-B2816CBA405D}"/>
          </ac:spMkLst>
        </pc:spChg>
        <pc:spChg chg="add mod">
          <ac:chgData name="원종빈[ 학부재학 / 언어학과 ]" userId="e07aea9e-92ed-4da9-a75e-875ab8ec805f" providerId="ADAL" clId="{CDB6FC7A-B222-4C23-B51B-EA3A03B497FF}" dt="2023-09-07T00:38:55.262" v="5981" actId="1076"/>
          <ac:spMkLst>
            <pc:docMk/>
            <pc:sldMk cId="428759982" sldId="283"/>
            <ac:spMk id="9" creationId="{F4647EDB-775A-2C0D-4CCA-77D3D25FEE77}"/>
          </ac:spMkLst>
        </pc:spChg>
        <pc:picChg chg="add mod">
          <ac:chgData name="원종빈[ 학부재학 / 언어학과 ]" userId="e07aea9e-92ed-4da9-a75e-875ab8ec805f" providerId="ADAL" clId="{CDB6FC7A-B222-4C23-B51B-EA3A03B497FF}" dt="2023-09-07T00:39:49.555" v="5989" actId="14100"/>
          <ac:picMkLst>
            <pc:docMk/>
            <pc:sldMk cId="428759982" sldId="283"/>
            <ac:picMk id="8" creationId="{EF72B902-07FE-E505-CF33-F6840C1F57E0}"/>
          </ac:picMkLst>
        </pc:picChg>
        <pc:picChg chg="mod">
          <ac:chgData name="원종빈[ 학부재학 / 언어학과 ]" userId="e07aea9e-92ed-4da9-a75e-875ab8ec805f" providerId="ADAL" clId="{CDB6FC7A-B222-4C23-B51B-EA3A03B497FF}" dt="2023-09-07T00:39:00.678" v="5982" actId="1076"/>
          <ac:picMkLst>
            <pc:docMk/>
            <pc:sldMk cId="428759982" sldId="283"/>
            <ac:picMk id="1026" creationId="{7AA34077-09DA-213F-7F1E-25B0FCA3B703}"/>
          </ac:picMkLst>
        </pc:picChg>
      </pc:sldChg>
      <pc:sldChg chg="modSp mod">
        <pc:chgData name="원종빈[ 학부재학 / 언어학과 ]" userId="e07aea9e-92ed-4da9-a75e-875ab8ec805f" providerId="ADAL" clId="{CDB6FC7A-B222-4C23-B51B-EA3A03B497FF}" dt="2023-09-07T00:40:56.309" v="6114" actId="20577"/>
        <pc:sldMkLst>
          <pc:docMk/>
          <pc:sldMk cId="186576220" sldId="284"/>
        </pc:sldMkLst>
        <pc:spChg chg="mod">
          <ac:chgData name="원종빈[ 학부재학 / 언어학과 ]" userId="e07aea9e-92ed-4da9-a75e-875ab8ec805f" providerId="ADAL" clId="{CDB6FC7A-B222-4C23-B51B-EA3A03B497FF}" dt="2023-09-07T00:40:56.309" v="6114" actId="20577"/>
          <ac:spMkLst>
            <pc:docMk/>
            <pc:sldMk cId="186576220" sldId="284"/>
            <ac:spMk id="20" creationId="{BC986C39-0E5E-5988-86F3-CF266DA47E5B}"/>
          </ac:spMkLst>
        </pc:spChg>
      </pc:sldChg>
      <pc:sldChg chg="modSp mod">
        <pc:chgData name="원종빈[ 학부재학 / 언어학과 ]" userId="e07aea9e-92ed-4da9-a75e-875ab8ec805f" providerId="ADAL" clId="{CDB6FC7A-B222-4C23-B51B-EA3A03B497FF}" dt="2023-09-06T23:26:47.427" v="4707" actId="20577"/>
        <pc:sldMkLst>
          <pc:docMk/>
          <pc:sldMk cId="2005775173" sldId="287"/>
        </pc:sldMkLst>
        <pc:spChg chg="mod">
          <ac:chgData name="원종빈[ 학부재학 / 언어학과 ]" userId="e07aea9e-92ed-4da9-a75e-875ab8ec805f" providerId="ADAL" clId="{CDB6FC7A-B222-4C23-B51B-EA3A03B497FF}" dt="2023-09-06T23:19:43.946" v="4553" actId="20577"/>
          <ac:spMkLst>
            <pc:docMk/>
            <pc:sldMk cId="2005775173" sldId="287"/>
            <ac:spMk id="2" creationId="{D18942E5-1304-EBAB-B211-070FCD3D406A}"/>
          </ac:spMkLst>
        </pc:spChg>
        <pc:spChg chg="mod">
          <ac:chgData name="원종빈[ 학부재학 / 언어학과 ]" userId="e07aea9e-92ed-4da9-a75e-875ab8ec805f" providerId="ADAL" clId="{CDB6FC7A-B222-4C23-B51B-EA3A03B497FF}" dt="2023-09-06T23:26:47.427" v="4707" actId="20577"/>
          <ac:spMkLst>
            <pc:docMk/>
            <pc:sldMk cId="2005775173" sldId="287"/>
            <ac:spMk id="3" creationId="{39490DF8-311A-CA00-811F-99C41E420358}"/>
          </ac:spMkLst>
        </pc:spChg>
      </pc:sldChg>
      <pc:sldChg chg="addSp delSp modSp new mod">
        <pc:chgData name="원종빈[ 학부재학 / 언어학과 ]" userId="e07aea9e-92ed-4da9-a75e-875ab8ec805f" providerId="ADAL" clId="{CDB6FC7A-B222-4C23-B51B-EA3A03B497FF}" dt="2023-09-06T23:56:36.178" v="4732" actId="1076"/>
        <pc:sldMkLst>
          <pc:docMk/>
          <pc:sldMk cId="1549327476" sldId="288"/>
        </pc:sldMkLst>
        <pc:spChg chg="mod">
          <ac:chgData name="원종빈[ 학부재학 / 언어학과 ]" userId="e07aea9e-92ed-4da9-a75e-875ab8ec805f" providerId="ADAL" clId="{CDB6FC7A-B222-4C23-B51B-EA3A03B497FF}" dt="2023-09-06T23:55:39.681" v="4725" actId="115"/>
          <ac:spMkLst>
            <pc:docMk/>
            <pc:sldMk cId="1549327476" sldId="288"/>
            <ac:spMk id="2" creationId="{4752ACB6-AB78-B196-8B67-5F2ECE5D6C42}"/>
          </ac:spMkLst>
        </pc:spChg>
        <pc:spChg chg="del">
          <ac:chgData name="원종빈[ 학부재학 / 언어학과 ]" userId="e07aea9e-92ed-4da9-a75e-875ab8ec805f" providerId="ADAL" clId="{CDB6FC7A-B222-4C23-B51B-EA3A03B497FF}" dt="2023-09-06T23:26:15.902" v="4704"/>
          <ac:spMkLst>
            <pc:docMk/>
            <pc:sldMk cId="1549327476" sldId="288"/>
            <ac:spMk id="3" creationId="{BF927AA8-E17E-6A97-D234-0B42DD7927DB}"/>
          </ac:spMkLst>
        </pc:spChg>
        <pc:spChg chg="add mod">
          <ac:chgData name="원종빈[ 학부재학 / 언어학과 ]" userId="e07aea9e-92ed-4da9-a75e-875ab8ec805f" providerId="ADAL" clId="{CDB6FC7A-B222-4C23-B51B-EA3A03B497FF}" dt="2023-09-06T23:56:36.178" v="4732" actId="1076"/>
          <ac:spMkLst>
            <pc:docMk/>
            <pc:sldMk cId="1549327476" sldId="288"/>
            <ac:spMk id="12" creationId="{C057B4DA-48D6-EAE0-7753-025B5E38E8AA}"/>
          </ac:spMkLst>
        </pc:spChg>
        <pc:picChg chg="add mod">
          <ac:chgData name="원종빈[ 학부재학 / 언어학과 ]" userId="e07aea9e-92ed-4da9-a75e-875ab8ec805f" providerId="ADAL" clId="{CDB6FC7A-B222-4C23-B51B-EA3A03B497FF}" dt="2023-09-06T23:34:22.682" v="4712" actId="1076"/>
          <ac:picMkLst>
            <pc:docMk/>
            <pc:sldMk cId="1549327476" sldId="288"/>
            <ac:picMk id="5" creationId="{B19957E0-11D0-BC5B-CBF0-98B35A6BDC2C}"/>
          </ac:picMkLst>
        </pc:picChg>
        <pc:picChg chg="add del mod">
          <ac:chgData name="원종빈[ 학부재학 / 언어학과 ]" userId="e07aea9e-92ed-4da9-a75e-875ab8ec805f" providerId="ADAL" clId="{CDB6FC7A-B222-4C23-B51B-EA3A03B497FF}" dt="2023-09-06T23:36:19.616" v="4714" actId="478"/>
          <ac:picMkLst>
            <pc:docMk/>
            <pc:sldMk cId="1549327476" sldId="288"/>
            <ac:picMk id="7" creationId="{B441F0BE-A1C7-D080-AFDF-8C78E26C0544}"/>
          </ac:picMkLst>
        </pc:picChg>
        <pc:picChg chg="add mod">
          <ac:chgData name="원종빈[ 학부재학 / 언어학과 ]" userId="e07aea9e-92ed-4da9-a75e-875ab8ec805f" providerId="ADAL" clId="{CDB6FC7A-B222-4C23-B51B-EA3A03B497FF}" dt="2023-09-06T23:54:58.579" v="4723" actId="1076"/>
          <ac:picMkLst>
            <pc:docMk/>
            <pc:sldMk cId="1549327476" sldId="288"/>
            <ac:picMk id="9" creationId="{BFB9A7B8-881F-635F-42B0-1F874D6A7DFF}"/>
          </ac:picMkLst>
        </pc:picChg>
        <pc:picChg chg="add mod">
          <ac:chgData name="원종빈[ 학부재학 / 언어학과 ]" userId="e07aea9e-92ed-4da9-a75e-875ab8ec805f" providerId="ADAL" clId="{CDB6FC7A-B222-4C23-B51B-EA3A03B497FF}" dt="2023-09-06T23:54:56.219" v="4722" actId="1076"/>
          <ac:picMkLst>
            <pc:docMk/>
            <pc:sldMk cId="1549327476" sldId="288"/>
            <ac:picMk id="11" creationId="{51C367EF-6089-4A70-6E34-6177255A1D5C}"/>
          </ac:picMkLst>
        </pc:picChg>
      </pc:sldChg>
      <pc:sldChg chg="new del">
        <pc:chgData name="원종빈[ 학부재학 / 언어학과 ]" userId="e07aea9e-92ed-4da9-a75e-875ab8ec805f" providerId="ADAL" clId="{CDB6FC7A-B222-4C23-B51B-EA3A03B497FF}" dt="2023-09-06T23:18:51.695" v="4444" actId="47"/>
        <pc:sldMkLst>
          <pc:docMk/>
          <pc:sldMk cId="2202893943" sldId="288"/>
        </pc:sldMkLst>
      </pc:sldChg>
      <pc:sldChg chg="addSp delSp modSp new mod modNotesTx">
        <pc:chgData name="원종빈[ 학부재학 / 언어학과 ]" userId="e07aea9e-92ed-4da9-a75e-875ab8ec805f" providerId="ADAL" clId="{CDB6FC7A-B222-4C23-B51B-EA3A03B497FF}" dt="2023-09-07T00:06:41.588" v="4948" actId="20577"/>
        <pc:sldMkLst>
          <pc:docMk/>
          <pc:sldMk cId="3486690352" sldId="289"/>
        </pc:sldMkLst>
        <pc:spChg chg="mod">
          <ac:chgData name="원종빈[ 학부재학 / 언어학과 ]" userId="e07aea9e-92ed-4da9-a75e-875ab8ec805f" providerId="ADAL" clId="{CDB6FC7A-B222-4C23-B51B-EA3A03B497FF}" dt="2023-09-06T23:55:43.263" v="4727" actId="115"/>
          <ac:spMkLst>
            <pc:docMk/>
            <pc:sldMk cId="3486690352" sldId="289"/>
            <ac:spMk id="2" creationId="{329EFC81-1710-9B46-FA42-E3C5B384F8F6}"/>
          </ac:spMkLst>
        </pc:spChg>
        <pc:spChg chg="del">
          <ac:chgData name="원종빈[ 학부재학 / 언어학과 ]" userId="e07aea9e-92ed-4da9-a75e-875ab8ec805f" providerId="ADAL" clId="{CDB6FC7A-B222-4C23-B51B-EA3A03B497FF}" dt="2023-09-06T23:56:17.759" v="4728"/>
          <ac:spMkLst>
            <pc:docMk/>
            <pc:sldMk cId="3486690352" sldId="289"/>
            <ac:spMk id="3" creationId="{93E3BFDA-BF89-E3ED-A1A2-4BDDED3311C0}"/>
          </ac:spMkLst>
        </pc:spChg>
        <pc:spChg chg="add del mod">
          <ac:chgData name="원종빈[ 학부재학 / 언어학과 ]" userId="e07aea9e-92ed-4da9-a75e-875ab8ec805f" providerId="ADAL" clId="{CDB6FC7A-B222-4C23-B51B-EA3A03B497FF}" dt="2023-09-06T23:56:57.488" v="4736"/>
          <ac:spMkLst>
            <pc:docMk/>
            <pc:sldMk cId="3486690352" sldId="289"/>
            <ac:spMk id="7" creationId="{F69A2047-C0A3-C47A-3C58-E5BB1F8017F7}"/>
          </ac:spMkLst>
        </pc:spChg>
        <pc:spChg chg="add mod">
          <ac:chgData name="원종빈[ 학부재학 / 언어학과 ]" userId="e07aea9e-92ed-4da9-a75e-875ab8ec805f" providerId="ADAL" clId="{CDB6FC7A-B222-4C23-B51B-EA3A03B497FF}" dt="2023-09-06T23:56:54.188" v="4735" actId="1076"/>
          <ac:spMkLst>
            <pc:docMk/>
            <pc:sldMk cId="3486690352" sldId="289"/>
            <ac:spMk id="9" creationId="{36AFC083-0EEB-DD7C-22BB-782CCA62C4D2}"/>
          </ac:spMkLst>
        </pc:spChg>
        <pc:spChg chg="add del mod">
          <ac:chgData name="원종빈[ 학부재학 / 언어학과 ]" userId="e07aea9e-92ed-4da9-a75e-875ab8ec805f" providerId="ADAL" clId="{CDB6FC7A-B222-4C23-B51B-EA3A03B497FF}" dt="2023-09-06T23:57:07.668" v="4740" actId="478"/>
          <ac:spMkLst>
            <pc:docMk/>
            <pc:sldMk cId="3486690352" sldId="289"/>
            <ac:spMk id="13" creationId="{19A4053E-12C6-BE19-7A8A-BA0D4A1E12A8}"/>
          </ac:spMkLst>
        </pc:spChg>
        <pc:spChg chg="add mod">
          <ac:chgData name="원종빈[ 학부재학 / 언어학과 ]" userId="e07aea9e-92ed-4da9-a75e-875ab8ec805f" providerId="ADAL" clId="{CDB6FC7A-B222-4C23-B51B-EA3A03B497FF}" dt="2023-09-06T23:57:23.815" v="4753" actId="20577"/>
          <ac:spMkLst>
            <pc:docMk/>
            <pc:sldMk cId="3486690352" sldId="289"/>
            <ac:spMk id="14" creationId="{45CE4837-D6DC-1D0C-FD3A-90A51C0C54AB}"/>
          </ac:spMkLst>
        </pc:spChg>
        <pc:picChg chg="add del mod">
          <ac:chgData name="원종빈[ 학부재학 / 언어학과 ]" userId="e07aea9e-92ed-4da9-a75e-875ab8ec805f" providerId="ADAL" clId="{CDB6FC7A-B222-4C23-B51B-EA3A03B497FF}" dt="2023-09-06T23:56:44.224" v="4733" actId="478"/>
          <ac:picMkLst>
            <pc:docMk/>
            <pc:sldMk cId="3486690352" sldId="289"/>
            <ac:picMk id="5" creationId="{C09A1066-0B0B-3165-3DAA-3CD91F7D1773}"/>
          </ac:picMkLst>
        </pc:picChg>
        <pc:picChg chg="add mod">
          <ac:chgData name="원종빈[ 학부재학 / 언어학과 ]" userId="e07aea9e-92ed-4da9-a75e-875ab8ec805f" providerId="ADAL" clId="{CDB6FC7A-B222-4C23-B51B-EA3A03B497FF}" dt="2023-09-06T23:56:54.188" v="4735" actId="1076"/>
          <ac:picMkLst>
            <pc:docMk/>
            <pc:sldMk cId="3486690352" sldId="289"/>
            <ac:picMk id="8" creationId="{3BAB3DE6-BF4B-18F6-060A-12F11F369887}"/>
          </ac:picMkLst>
        </pc:picChg>
        <pc:picChg chg="add mod">
          <ac:chgData name="원종빈[ 학부재학 / 언어학과 ]" userId="e07aea9e-92ed-4da9-a75e-875ab8ec805f" providerId="ADAL" clId="{CDB6FC7A-B222-4C23-B51B-EA3A03B497FF}" dt="2023-09-06T23:57:03.313" v="4738" actId="14100"/>
          <ac:picMkLst>
            <pc:docMk/>
            <pc:sldMk cId="3486690352" sldId="289"/>
            <ac:picMk id="11" creationId="{92F9436C-91EE-106C-0E67-71A1C8FEC2C0}"/>
          </ac:picMkLst>
        </pc:picChg>
        <pc:picChg chg="add del mod">
          <ac:chgData name="원종빈[ 학부재학 / 언어학과 ]" userId="e07aea9e-92ed-4da9-a75e-875ab8ec805f" providerId="ADAL" clId="{CDB6FC7A-B222-4C23-B51B-EA3A03B497FF}" dt="2023-09-06T23:57:07.668" v="4740" actId="478"/>
          <ac:picMkLst>
            <pc:docMk/>
            <pc:sldMk cId="3486690352" sldId="289"/>
            <ac:picMk id="12" creationId="{FBF130C3-739A-A3A2-B3F2-47ED78799755}"/>
          </ac:picMkLst>
        </pc:picChg>
      </pc:sldChg>
      <pc:sldChg chg="addSp modSp new mod">
        <pc:chgData name="원종빈[ 학부재학 / 언어학과 ]" userId="e07aea9e-92ed-4da9-a75e-875ab8ec805f" providerId="ADAL" clId="{CDB6FC7A-B222-4C23-B51B-EA3A03B497FF}" dt="2023-09-07T00:44:00.554" v="6167" actId="20577"/>
        <pc:sldMkLst>
          <pc:docMk/>
          <pc:sldMk cId="1508683769" sldId="290"/>
        </pc:sldMkLst>
        <pc:spChg chg="mod">
          <ac:chgData name="원종빈[ 학부재학 / 언어학과 ]" userId="e07aea9e-92ed-4da9-a75e-875ab8ec805f" providerId="ADAL" clId="{CDB6FC7A-B222-4C23-B51B-EA3A03B497FF}" dt="2023-09-06T23:57:36.903" v="4755"/>
          <ac:spMkLst>
            <pc:docMk/>
            <pc:sldMk cId="1508683769" sldId="290"/>
            <ac:spMk id="2" creationId="{D1FF39E0-F141-7CA2-2A7C-632CEC45DFCE}"/>
          </ac:spMkLst>
        </pc:spChg>
        <pc:spChg chg="mod">
          <ac:chgData name="원종빈[ 학부재학 / 언어학과 ]" userId="e07aea9e-92ed-4da9-a75e-875ab8ec805f" providerId="ADAL" clId="{CDB6FC7A-B222-4C23-B51B-EA3A03B497FF}" dt="2023-09-07T00:44:00.554" v="6167" actId="20577"/>
          <ac:spMkLst>
            <pc:docMk/>
            <pc:sldMk cId="1508683769" sldId="290"/>
            <ac:spMk id="3" creationId="{3239E672-D286-0D5F-F573-A91D8DC4DCB5}"/>
          </ac:spMkLst>
        </pc:spChg>
        <pc:spChg chg="add mod">
          <ac:chgData name="원종빈[ 학부재학 / 언어학과 ]" userId="e07aea9e-92ed-4da9-a75e-875ab8ec805f" providerId="ADAL" clId="{CDB6FC7A-B222-4C23-B51B-EA3A03B497FF}" dt="2023-09-07T00:05:47.514" v="4880" actId="115"/>
          <ac:spMkLst>
            <pc:docMk/>
            <pc:sldMk cId="1508683769" sldId="290"/>
            <ac:spMk id="7" creationId="{E8480C55-2E34-95E8-C558-E0D9F5431452}"/>
          </ac:spMkLst>
        </pc:spChg>
        <pc:picChg chg="add mod">
          <ac:chgData name="원종빈[ 학부재학 / 언어학과 ]" userId="e07aea9e-92ed-4da9-a75e-875ab8ec805f" providerId="ADAL" clId="{CDB6FC7A-B222-4C23-B51B-EA3A03B497FF}" dt="2023-09-07T00:03:32.119" v="4779" actId="1076"/>
          <ac:picMkLst>
            <pc:docMk/>
            <pc:sldMk cId="1508683769" sldId="290"/>
            <ac:picMk id="6" creationId="{F40FAF22-5E74-E293-A9A9-96FCAB6F5A46}"/>
          </ac:picMkLst>
        </pc:picChg>
      </pc:sldChg>
      <pc:sldChg chg="addSp delSp modSp new mod">
        <pc:chgData name="원종빈[ 학부재학 / 언어학과 ]" userId="e07aea9e-92ed-4da9-a75e-875ab8ec805f" providerId="ADAL" clId="{CDB6FC7A-B222-4C23-B51B-EA3A03B497FF}" dt="2023-09-07T00:53:10.256" v="6681" actId="1076"/>
        <pc:sldMkLst>
          <pc:docMk/>
          <pc:sldMk cId="1716510328" sldId="291"/>
        </pc:sldMkLst>
        <pc:spChg chg="mod">
          <ac:chgData name="원종빈[ 학부재학 / 언어학과 ]" userId="e07aea9e-92ed-4da9-a75e-875ab8ec805f" providerId="ADAL" clId="{CDB6FC7A-B222-4C23-B51B-EA3A03B497FF}" dt="2023-09-07T00:11:40.576" v="5056" actId="115"/>
          <ac:spMkLst>
            <pc:docMk/>
            <pc:sldMk cId="1716510328" sldId="291"/>
            <ac:spMk id="2" creationId="{858FDC1A-4364-3A91-392B-02A9BC72EBFD}"/>
          </ac:spMkLst>
        </pc:spChg>
        <pc:spChg chg="del">
          <ac:chgData name="원종빈[ 학부재학 / 언어학과 ]" userId="e07aea9e-92ed-4da9-a75e-875ab8ec805f" providerId="ADAL" clId="{CDB6FC7A-B222-4C23-B51B-EA3A03B497FF}" dt="2023-09-07T00:07:02.255" v="4992" actId="1957"/>
          <ac:spMkLst>
            <pc:docMk/>
            <pc:sldMk cId="1716510328" sldId="291"/>
            <ac:spMk id="3" creationId="{59C3BA0E-476F-3B52-98CB-C034C3D0025B}"/>
          </ac:spMkLst>
        </pc:spChg>
        <pc:spChg chg="add mod">
          <ac:chgData name="원종빈[ 학부재학 / 언어학과 ]" userId="e07aea9e-92ed-4da9-a75e-875ab8ec805f" providerId="ADAL" clId="{CDB6FC7A-B222-4C23-B51B-EA3A03B497FF}" dt="2023-09-07T00:53:10.256" v="6681" actId="1076"/>
          <ac:spMkLst>
            <pc:docMk/>
            <pc:sldMk cId="1716510328" sldId="291"/>
            <ac:spMk id="8" creationId="{10A5001B-FF2C-23D9-0F5E-07EC51BB1ED3}"/>
          </ac:spMkLst>
        </pc:spChg>
        <pc:graphicFrameChg chg="add mod">
          <ac:chgData name="원종빈[ 학부재학 / 언어학과 ]" userId="e07aea9e-92ed-4da9-a75e-875ab8ec805f" providerId="ADAL" clId="{CDB6FC7A-B222-4C23-B51B-EA3A03B497FF}" dt="2023-09-07T00:52:45.271" v="6643" actId="1076"/>
          <ac:graphicFrameMkLst>
            <pc:docMk/>
            <pc:sldMk cId="1716510328" sldId="291"/>
            <ac:graphicFrameMk id="7" creationId="{460E54BA-31D4-C758-1FEF-0A848525AAE4}"/>
          </ac:graphicFrameMkLst>
        </pc:graphicFrameChg>
      </pc:sldChg>
      <pc:sldChg chg="add del">
        <pc:chgData name="원종빈[ 학부재학 / 언어학과 ]" userId="e07aea9e-92ed-4da9-a75e-875ab8ec805f" providerId="ADAL" clId="{CDB6FC7A-B222-4C23-B51B-EA3A03B497FF}" dt="2023-09-07T00:06:18.774" v="4882" actId="47"/>
        <pc:sldMkLst>
          <pc:docMk/>
          <pc:sldMk cId="4053629497" sldId="291"/>
        </pc:sldMkLst>
      </pc:sldChg>
      <pc:sldChg chg="modSp new mod">
        <pc:chgData name="원종빈[ 학부재학 / 언어학과 ]" userId="e07aea9e-92ed-4da9-a75e-875ab8ec805f" providerId="ADAL" clId="{CDB6FC7A-B222-4C23-B51B-EA3A03B497FF}" dt="2023-09-07T00:52:10.574" v="6629" actId="27636"/>
        <pc:sldMkLst>
          <pc:docMk/>
          <pc:sldMk cId="224334706" sldId="292"/>
        </pc:sldMkLst>
        <pc:spChg chg="mod">
          <ac:chgData name="원종빈[ 학부재학 / 언어학과 ]" userId="e07aea9e-92ed-4da9-a75e-875ab8ec805f" providerId="ADAL" clId="{CDB6FC7A-B222-4C23-B51B-EA3A03B497FF}" dt="2023-09-07T00:27:20.754" v="5968" actId="20577"/>
          <ac:spMkLst>
            <pc:docMk/>
            <pc:sldMk cId="224334706" sldId="292"/>
            <ac:spMk id="2" creationId="{0A1C92FF-49E8-5BC8-93FA-3F16628B28A8}"/>
          </ac:spMkLst>
        </pc:spChg>
        <pc:spChg chg="mod">
          <ac:chgData name="원종빈[ 학부재학 / 언어학과 ]" userId="e07aea9e-92ed-4da9-a75e-875ab8ec805f" providerId="ADAL" clId="{CDB6FC7A-B222-4C23-B51B-EA3A03B497FF}" dt="2023-09-07T00:52:10.574" v="6629" actId="27636"/>
          <ac:spMkLst>
            <pc:docMk/>
            <pc:sldMk cId="224334706" sldId="292"/>
            <ac:spMk id="3" creationId="{0078EE2E-37A7-84C1-7EFE-0D6069298A45}"/>
          </ac:spMkLst>
        </pc:spChg>
      </pc:sldChg>
      <pc:sldChg chg="modSp new mod">
        <pc:chgData name="원종빈[ 학부재학 / 언어학과 ]" userId="e07aea9e-92ed-4da9-a75e-875ab8ec805f" providerId="ADAL" clId="{CDB6FC7A-B222-4C23-B51B-EA3A03B497FF}" dt="2023-09-07T00:11:56.837" v="5059"/>
        <pc:sldMkLst>
          <pc:docMk/>
          <pc:sldMk cId="2420393339" sldId="293"/>
        </pc:sldMkLst>
        <pc:spChg chg="mod">
          <ac:chgData name="원종빈[ 학부재학 / 언어학과 ]" userId="e07aea9e-92ed-4da9-a75e-875ab8ec805f" providerId="ADAL" clId="{CDB6FC7A-B222-4C23-B51B-EA3A03B497FF}" dt="2023-09-07T00:11:56.837" v="5059"/>
          <ac:spMkLst>
            <pc:docMk/>
            <pc:sldMk cId="2420393339" sldId="293"/>
            <ac:spMk id="2" creationId="{CB7DBE45-3323-D654-C6A2-3683F3C0B88B}"/>
          </ac:spMkLst>
        </pc:spChg>
      </pc:sldChg>
      <pc:sldChg chg="modSp new mod">
        <pc:chgData name="원종빈[ 학부재학 / 언어학과 ]" userId="e07aea9e-92ed-4da9-a75e-875ab8ec805f" providerId="ADAL" clId="{CDB6FC7A-B222-4C23-B51B-EA3A03B497FF}" dt="2023-09-07T00:47:50.764" v="6282" actId="20577"/>
        <pc:sldMkLst>
          <pc:docMk/>
          <pc:sldMk cId="2591175374" sldId="294"/>
        </pc:sldMkLst>
        <pc:spChg chg="mod">
          <ac:chgData name="원종빈[ 학부재학 / 언어학과 ]" userId="e07aea9e-92ed-4da9-a75e-875ab8ec805f" providerId="ADAL" clId="{CDB6FC7A-B222-4C23-B51B-EA3A03B497FF}" dt="2023-09-07T00:47:50.764" v="6282" actId="20577"/>
          <ac:spMkLst>
            <pc:docMk/>
            <pc:sldMk cId="2591175374" sldId="294"/>
            <ac:spMk id="2" creationId="{655BB66D-1DD6-8875-2F62-2E01D3F75046}"/>
          </ac:spMkLst>
        </pc:spChg>
      </pc:sldChg>
      <pc:sldChg chg="new del">
        <pc:chgData name="원종빈[ 학부재학 / 언어학과 ]" userId="e07aea9e-92ed-4da9-a75e-875ab8ec805f" providerId="ADAL" clId="{CDB6FC7A-B222-4C23-B51B-EA3A03B497FF}" dt="2023-09-07T00:47:34.883" v="6257" actId="47"/>
        <pc:sldMkLst>
          <pc:docMk/>
          <pc:sldMk cId="3885356137" sldId="294"/>
        </pc:sldMkLst>
      </pc:sldChg>
    </pc:docChg>
  </pc:docChgLst>
  <pc:docChgLst>
    <pc:chgData name="원종빈[ 학부재학 / 언어학과 ]" userId="e07aea9e-92ed-4da9-a75e-875ab8ec805f" providerId="ADAL" clId="{9160B826-7298-4C0A-B5E9-54369674E021}"/>
    <pc:docChg chg="undo custSel addSld delSld modSld sldOrd">
      <pc:chgData name="원종빈[ 학부재학 / 언어학과 ]" userId="e07aea9e-92ed-4da9-a75e-875ab8ec805f" providerId="ADAL" clId="{9160B826-7298-4C0A-B5E9-54369674E021}" dt="2023-09-06T16:24:46.171" v="13949" actId="20577"/>
      <pc:docMkLst>
        <pc:docMk/>
      </pc:docMkLst>
      <pc:sldChg chg="modSp del mod">
        <pc:chgData name="원종빈[ 학부재학 / 언어학과 ]" userId="e07aea9e-92ed-4da9-a75e-875ab8ec805f" providerId="ADAL" clId="{9160B826-7298-4C0A-B5E9-54369674E021}" dt="2023-09-06T13:13:24.240" v="9761" actId="47"/>
        <pc:sldMkLst>
          <pc:docMk/>
          <pc:sldMk cId="3567867422" sldId="256"/>
        </pc:sldMkLst>
        <pc:spChg chg="mod">
          <ac:chgData name="원종빈[ 학부재학 / 언어학과 ]" userId="e07aea9e-92ed-4da9-a75e-875ab8ec805f" providerId="ADAL" clId="{9160B826-7298-4C0A-B5E9-54369674E021}" dt="2023-09-06T13:12:33.036" v="9748" actId="1076"/>
          <ac:spMkLst>
            <pc:docMk/>
            <pc:sldMk cId="3567867422" sldId="256"/>
            <ac:spMk id="2" creationId="{8CE1FB90-8E81-2BBC-5F8C-14988D7DAD1A}"/>
          </ac:spMkLst>
        </pc:spChg>
        <pc:spChg chg="mod">
          <ac:chgData name="원종빈[ 학부재학 / 언어학과 ]" userId="e07aea9e-92ed-4da9-a75e-875ab8ec805f" providerId="ADAL" clId="{9160B826-7298-4C0A-B5E9-54369674E021}" dt="2023-09-06T13:12:42.165" v="9749" actId="1036"/>
          <ac:spMkLst>
            <pc:docMk/>
            <pc:sldMk cId="3567867422" sldId="256"/>
            <ac:spMk id="3" creationId="{C7BEECF9-C088-A707-A902-EC9B4AA6ED6A}"/>
          </ac:spMkLst>
        </pc:spChg>
        <pc:spChg chg="mod">
          <ac:chgData name="원종빈[ 학부재학 / 언어학과 ]" userId="e07aea9e-92ed-4da9-a75e-875ab8ec805f" providerId="ADAL" clId="{9160B826-7298-4C0A-B5E9-54369674E021}" dt="2023-09-06T13:13:17.724" v="9758" actId="14100"/>
          <ac:spMkLst>
            <pc:docMk/>
            <pc:sldMk cId="3567867422" sldId="256"/>
            <ac:spMk id="4" creationId="{3ADF914C-0197-F9EB-BBE9-69B831A80494}"/>
          </ac:spMkLst>
        </pc:spChg>
        <pc:spChg chg="mod">
          <ac:chgData name="원종빈[ 학부재학 / 언어학과 ]" userId="e07aea9e-92ed-4da9-a75e-875ab8ec805f" providerId="ADAL" clId="{9160B826-7298-4C0A-B5E9-54369674E021}" dt="2023-09-06T13:12:42.165" v="9749" actId="1036"/>
          <ac:spMkLst>
            <pc:docMk/>
            <pc:sldMk cId="3567867422" sldId="256"/>
            <ac:spMk id="5" creationId="{CE7B4A77-57C5-7740-6498-CEB7A99ABCC3}"/>
          </ac:spMkLst>
        </pc:spChg>
      </pc:sldChg>
      <pc:sldChg chg="modSp mod">
        <pc:chgData name="원종빈[ 학부재학 / 언어학과 ]" userId="e07aea9e-92ed-4da9-a75e-875ab8ec805f" providerId="ADAL" clId="{9160B826-7298-4C0A-B5E9-54369674E021}" dt="2023-09-06T14:00:28.196" v="11481" actId="20577"/>
        <pc:sldMkLst>
          <pc:docMk/>
          <pc:sldMk cId="2464102936" sldId="257"/>
        </pc:sldMkLst>
        <pc:spChg chg="mod">
          <ac:chgData name="원종빈[ 학부재학 / 언어학과 ]" userId="e07aea9e-92ed-4da9-a75e-875ab8ec805f" providerId="ADAL" clId="{9160B826-7298-4C0A-B5E9-54369674E021}" dt="2023-09-06T14:00:28.196" v="11481" actId="20577"/>
          <ac:spMkLst>
            <pc:docMk/>
            <pc:sldMk cId="2464102936" sldId="257"/>
            <ac:spMk id="3" creationId="{15B95039-F464-D3EF-8A41-82A2CEA79080}"/>
          </ac:spMkLst>
        </pc:spChg>
      </pc:sldChg>
      <pc:sldChg chg="modSp mod">
        <pc:chgData name="원종빈[ 학부재학 / 언어학과 ]" userId="e07aea9e-92ed-4da9-a75e-875ab8ec805f" providerId="ADAL" clId="{9160B826-7298-4C0A-B5E9-54369674E021}" dt="2023-09-04T11:30:21.688" v="448" actId="20577"/>
        <pc:sldMkLst>
          <pc:docMk/>
          <pc:sldMk cId="3485980956" sldId="262"/>
        </pc:sldMkLst>
        <pc:spChg chg="mod">
          <ac:chgData name="원종빈[ 학부재학 / 언어학과 ]" userId="e07aea9e-92ed-4da9-a75e-875ab8ec805f" providerId="ADAL" clId="{9160B826-7298-4C0A-B5E9-54369674E021}" dt="2023-09-04T11:30:21.688" v="448" actId="20577"/>
          <ac:spMkLst>
            <pc:docMk/>
            <pc:sldMk cId="3485980956" sldId="262"/>
            <ac:spMk id="2" creationId="{CECCD28D-588C-584F-E8FF-D5491F5F4D23}"/>
          </ac:spMkLst>
        </pc:spChg>
      </pc:sldChg>
      <pc:sldChg chg="modSp mod modNotesTx">
        <pc:chgData name="원종빈[ 학부재학 / 언어학과 ]" userId="e07aea9e-92ed-4da9-a75e-875ab8ec805f" providerId="ADAL" clId="{9160B826-7298-4C0A-B5E9-54369674E021}" dt="2023-09-06T15:59:58.725" v="11616" actId="20577"/>
        <pc:sldMkLst>
          <pc:docMk/>
          <pc:sldMk cId="4118482876" sldId="264"/>
        </pc:sldMkLst>
        <pc:spChg chg="mod">
          <ac:chgData name="원종빈[ 학부재학 / 언어학과 ]" userId="e07aea9e-92ed-4da9-a75e-875ab8ec805f" providerId="ADAL" clId="{9160B826-7298-4C0A-B5E9-54369674E021}" dt="2023-09-04T11:30:25.650" v="449"/>
          <ac:spMkLst>
            <pc:docMk/>
            <pc:sldMk cId="4118482876" sldId="264"/>
            <ac:spMk id="2" creationId="{AAF0C179-72FB-F985-70C7-E11BE9F7BE98}"/>
          </ac:spMkLst>
        </pc:spChg>
        <pc:spChg chg="mod">
          <ac:chgData name="원종빈[ 학부재학 / 언어학과 ]" userId="e07aea9e-92ed-4da9-a75e-875ab8ec805f" providerId="ADAL" clId="{9160B826-7298-4C0A-B5E9-54369674E021}" dt="2023-09-05T13:13:23.714" v="4852" actId="115"/>
          <ac:spMkLst>
            <pc:docMk/>
            <pc:sldMk cId="4118482876" sldId="264"/>
            <ac:spMk id="7" creationId="{911E0D01-824B-6A90-0E27-97375514E45F}"/>
          </ac:spMkLst>
        </pc:spChg>
      </pc:sldChg>
      <pc:sldChg chg="modSp mod modNotesTx">
        <pc:chgData name="원종빈[ 학부재학 / 언어학과 ]" userId="e07aea9e-92ed-4da9-a75e-875ab8ec805f" providerId="ADAL" clId="{9160B826-7298-4C0A-B5E9-54369674E021}" dt="2023-09-06T16:03:01.038" v="12206" actId="20577"/>
        <pc:sldMkLst>
          <pc:docMk/>
          <pc:sldMk cId="2348308057" sldId="265"/>
        </pc:sldMkLst>
        <pc:spChg chg="mod">
          <ac:chgData name="원종빈[ 학부재학 / 언어학과 ]" userId="e07aea9e-92ed-4da9-a75e-875ab8ec805f" providerId="ADAL" clId="{9160B826-7298-4C0A-B5E9-54369674E021}" dt="2023-09-04T11:30:41.245" v="452"/>
          <ac:spMkLst>
            <pc:docMk/>
            <pc:sldMk cId="2348308057" sldId="265"/>
            <ac:spMk id="2" creationId="{10B3DF91-F1E9-C324-9032-3CD476DFDCCE}"/>
          </ac:spMkLst>
        </pc:spChg>
      </pc:sldChg>
      <pc:sldChg chg="addSp delSp modSp mod modNotesTx">
        <pc:chgData name="원종빈[ 학부재학 / 언어학과 ]" userId="e07aea9e-92ed-4da9-a75e-875ab8ec805f" providerId="ADAL" clId="{9160B826-7298-4C0A-B5E9-54369674E021}" dt="2023-09-06T16:09:45.575" v="13477" actId="20577"/>
        <pc:sldMkLst>
          <pc:docMk/>
          <pc:sldMk cId="2590416326" sldId="267"/>
        </pc:sldMkLst>
        <pc:spChg chg="mod">
          <ac:chgData name="원종빈[ 학부재학 / 언어학과 ]" userId="e07aea9e-92ed-4da9-a75e-875ab8ec805f" providerId="ADAL" clId="{9160B826-7298-4C0A-B5E9-54369674E021}" dt="2023-09-04T11:30:48.131" v="455"/>
          <ac:spMkLst>
            <pc:docMk/>
            <pc:sldMk cId="2590416326" sldId="267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9160B826-7298-4C0A-B5E9-54369674E021}" dt="2023-09-04T11:34:23.741" v="466" actId="164"/>
          <ac:spMkLst>
            <pc:docMk/>
            <pc:sldMk cId="2590416326" sldId="267"/>
            <ac:spMk id="6" creationId="{D37E21E1-25BC-67FC-938E-81639A18FC03}"/>
          </ac:spMkLst>
        </pc:spChg>
        <pc:spChg chg="add del mod">
          <ac:chgData name="원종빈[ 학부재학 / 언어학과 ]" userId="e07aea9e-92ed-4da9-a75e-875ab8ec805f" providerId="ADAL" clId="{9160B826-7298-4C0A-B5E9-54369674E021}" dt="2023-09-04T11:34:03.906" v="463"/>
          <ac:spMkLst>
            <pc:docMk/>
            <pc:sldMk cId="2590416326" sldId="267"/>
            <ac:spMk id="7" creationId="{0870BD6D-F624-CA3B-D581-E75F754D0D10}"/>
          </ac:spMkLst>
        </pc:spChg>
        <pc:spChg chg="mod topLvl">
          <ac:chgData name="원종빈[ 학부재학 / 언어학과 ]" userId="e07aea9e-92ed-4da9-a75e-875ab8ec805f" providerId="ADAL" clId="{9160B826-7298-4C0A-B5E9-54369674E021}" dt="2023-09-04T14:27:29.257" v="3508" actId="478"/>
          <ac:spMkLst>
            <pc:docMk/>
            <pc:sldMk cId="2590416326" sldId="267"/>
            <ac:spMk id="12" creationId="{838E1DFC-D636-8462-88D5-A02FE79C36CC}"/>
          </ac:spMkLst>
        </pc:spChg>
        <pc:spChg chg="add mod">
          <ac:chgData name="원종빈[ 학부재학 / 언어학과 ]" userId="e07aea9e-92ed-4da9-a75e-875ab8ec805f" providerId="ADAL" clId="{9160B826-7298-4C0A-B5E9-54369674E021}" dt="2023-09-04T11:52:48.564" v="1352" actId="1076"/>
          <ac:spMkLst>
            <pc:docMk/>
            <pc:sldMk cId="2590416326" sldId="267"/>
            <ac:spMk id="13" creationId="{6BBB866F-32BF-FB54-E71A-64C4D9F4C153}"/>
          </ac:spMkLst>
        </pc:spChg>
        <pc:spChg chg="add mod">
          <ac:chgData name="원종빈[ 학부재학 / 언어학과 ]" userId="e07aea9e-92ed-4da9-a75e-875ab8ec805f" providerId="ADAL" clId="{9160B826-7298-4C0A-B5E9-54369674E021}" dt="2023-09-04T14:32:19.985" v="3826" actId="1076"/>
          <ac:spMkLst>
            <pc:docMk/>
            <pc:sldMk cId="2590416326" sldId="267"/>
            <ac:spMk id="16" creationId="{0E78BEC5-659B-DB51-F1C4-7BF07B2B2248}"/>
          </ac:spMkLst>
        </pc:spChg>
        <pc:grpChg chg="add mod">
          <ac:chgData name="원종빈[ 학부재학 / 언어학과 ]" userId="e07aea9e-92ed-4da9-a75e-875ab8ec805f" providerId="ADAL" clId="{9160B826-7298-4C0A-B5E9-54369674E021}" dt="2023-09-04T14:28:57.022" v="3523" actId="1076"/>
          <ac:grpSpMkLst>
            <pc:docMk/>
            <pc:sldMk cId="2590416326" sldId="267"/>
            <ac:grpSpMk id="9" creationId="{F90299BE-C035-CFA4-6154-DD3039FA1B62}"/>
          </ac:grpSpMkLst>
        </pc:grpChg>
        <pc:grpChg chg="add del mod">
          <ac:chgData name="원종빈[ 학부재학 / 언어학과 ]" userId="e07aea9e-92ed-4da9-a75e-875ab8ec805f" providerId="ADAL" clId="{9160B826-7298-4C0A-B5E9-54369674E021}" dt="2023-09-04T14:27:29.257" v="3508" actId="478"/>
          <ac:grpSpMkLst>
            <pc:docMk/>
            <pc:sldMk cId="2590416326" sldId="267"/>
            <ac:grpSpMk id="11" creationId="{FCD8E564-C64B-E98A-45BE-0CCE6982FFA6}"/>
          </ac:grpSpMkLst>
        </pc:grpChg>
        <pc:grpChg chg="add mod">
          <ac:chgData name="원종빈[ 학부재학 / 언어학과 ]" userId="e07aea9e-92ed-4da9-a75e-875ab8ec805f" providerId="ADAL" clId="{9160B826-7298-4C0A-B5E9-54369674E021}" dt="2023-09-04T11:52:30.741" v="1351" actId="14100"/>
          <ac:grpSpMkLst>
            <pc:docMk/>
            <pc:sldMk cId="2590416326" sldId="267"/>
            <ac:grpSpMk id="15" creationId="{2A244237-09D7-43F4-91E7-25E334E71EDF}"/>
          </ac:grpSpMkLst>
        </pc:grpChg>
        <pc:picChg chg="add mod">
          <ac:chgData name="원종빈[ 학부재학 / 언어학과 ]" userId="e07aea9e-92ed-4da9-a75e-875ab8ec805f" providerId="ADAL" clId="{9160B826-7298-4C0A-B5E9-54369674E021}" dt="2023-09-04T11:34:23.741" v="466" actId="164"/>
          <ac:picMkLst>
            <pc:docMk/>
            <pc:sldMk cId="2590416326" sldId="267"/>
            <ac:picMk id="5" creationId="{E17AA9C1-079C-9FAB-4363-4ADDF21DDEE2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1:34:03.906" v="463"/>
          <ac:picMkLst>
            <pc:docMk/>
            <pc:sldMk cId="2590416326" sldId="267"/>
            <ac:picMk id="8" creationId="{78E860C4-CF07-C6E1-DC69-7BC8873679BE}"/>
          </ac:picMkLst>
        </pc:picChg>
        <pc:picChg chg="del mod topLvl">
          <ac:chgData name="원종빈[ 학부재학 / 언어학과 ]" userId="e07aea9e-92ed-4da9-a75e-875ab8ec805f" providerId="ADAL" clId="{9160B826-7298-4C0A-B5E9-54369674E021}" dt="2023-09-04T14:27:29.257" v="3508" actId="478"/>
          <ac:picMkLst>
            <pc:docMk/>
            <pc:sldMk cId="2590416326" sldId="267"/>
            <ac:picMk id="10" creationId="{2A0310ED-7EDB-8841-B150-F3EA7F499663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1:35:51.243" v="488" actId="1076"/>
          <ac:picMkLst>
            <pc:docMk/>
            <pc:sldMk cId="2590416326" sldId="267"/>
            <ac:picMk id="14" creationId="{60835F04-E374-7DF2-9C16-DDF541BEB324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4:28:20.514" v="3519" actId="1076"/>
          <ac:picMkLst>
            <pc:docMk/>
            <pc:sldMk cId="2590416326" sldId="267"/>
            <ac:picMk id="18" creationId="{9CFD8172-2C3A-B725-85E0-B88A65AE4376}"/>
          </ac:picMkLst>
        </pc:picChg>
      </pc:sldChg>
      <pc:sldChg chg="addSp delSp modSp mod modNotesTx">
        <pc:chgData name="원종빈[ 학부재학 / 언어학과 ]" userId="e07aea9e-92ed-4da9-a75e-875ab8ec805f" providerId="ADAL" clId="{9160B826-7298-4C0A-B5E9-54369674E021}" dt="2023-09-06T16:14:11.267" v="13817" actId="20577"/>
        <pc:sldMkLst>
          <pc:docMk/>
          <pc:sldMk cId="1374902305" sldId="268"/>
        </pc:sldMkLst>
        <pc:spChg chg="mod">
          <ac:chgData name="원종빈[ 학부재학 / 언어학과 ]" userId="e07aea9e-92ed-4da9-a75e-875ab8ec805f" providerId="ADAL" clId="{9160B826-7298-4C0A-B5E9-54369674E021}" dt="2023-09-04T11:30:44.304" v="453"/>
          <ac:spMkLst>
            <pc:docMk/>
            <pc:sldMk cId="1374902305" sldId="268"/>
            <ac:spMk id="2" creationId="{10B3DF91-F1E9-C324-9032-3CD476DFDCCE}"/>
          </ac:spMkLst>
        </pc:spChg>
        <pc:spChg chg="add mod">
          <ac:chgData name="원종빈[ 학부재학 / 언어학과 ]" userId="e07aea9e-92ed-4da9-a75e-875ab8ec805f" providerId="ADAL" clId="{9160B826-7298-4C0A-B5E9-54369674E021}" dt="2023-09-06T16:04:13.957" v="12241" actId="20577"/>
          <ac:spMkLst>
            <pc:docMk/>
            <pc:sldMk cId="1374902305" sldId="268"/>
            <ac:spMk id="3" creationId="{CA335E2A-13E6-70CF-FEA7-DDB4973AE6D7}"/>
          </ac:spMkLst>
        </pc:spChg>
        <pc:spChg chg="add del mod">
          <ac:chgData name="원종빈[ 학부재학 / 언어학과 ]" userId="e07aea9e-92ed-4da9-a75e-875ab8ec805f" providerId="ADAL" clId="{9160B826-7298-4C0A-B5E9-54369674E021}" dt="2023-09-05T13:14:33.746" v="4993" actId="478"/>
          <ac:spMkLst>
            <pc:docMk/>
            <pc:sldMk cId="1374902305" sldId="268"/>
            <ac:spMk id="5" creationId="{A7ED2D5F-FA05-02B8-C263-AB4C4AD99591}"/>
          </ac:spMkLst>
        </pc:spChg>
        <pc:spChg chg="add mod">
          <ac:chgData name="원종빈[ 학부재학 / 언어학과 ]" userId="e07aea9e-92ed-4da9-a75e-875ab8ec805f" providerId="ADAL" clId="{9160B826-7298-4C0A-B5E9-54369674E021}" dt="2023-09-05T13:19:34.169" v="5037" actId="1076"/>
          <ac:spMkLst>
            <pc:docMk/>
            <pc:sldMk cId="1374902305" sldId="268"/>
            <ac:spMk id="12" creationId="{2078A997-5BC7-9249-7799-E2452FE8604E}"/>
          </ac:spMkLst>
        </pc:spChg>
        <pc:picChg chg="add mod">
          <ac:chgData name="원종빈[ 학부재학 / 언어학과 ]" userId="e07aea9e-92ed-4da9-a75e-875ab8ec805f" providerId="ADAL" clId="{9160B826-7298-4C0A-B5E9-54369674E021}" dt="2023-09-05T13:19:34.169" v="5037" actId="1076"/>
          <ac:picMkLst>
            <pc:docMk/>
            <pc:sldMk cId="1374902305" sldId="268"/>
            <ac:picMk id="6" creationId="{A05065C3-3A56-D251-56B4-8F046F7FFF01}"/>
          </ac:picMkLst>
        </pc:picChg>
        <pc:picChg chg="add mod">
          <ac:chgData name="원종빈[ 학부재학 / 언어학과 ]" userId="e07aea9e-92ed-4da9-a75e-875ab8ec805f" providerId="ADAL" clId="{9160B826-7298-4C0A-B5E9-54369674E021}" dt="2023-09-05T13:19:34.169" v="5037" actId="1076"/>
          <ac:picMkLst>
            <pc:docMk/>
            <pc:sldMk cId="1374902305" sldId="268"/>
            <ac:picMk id="7" creationId="{328B4BAB-07C9-B555-3FB5-63928185C161}"/>
          </ac:picMkLst>
        </pc:picChg>
        <pc:picChg chg="mod">
          <ac:chgData name="원종빈[ 학부재학 / 언어학과 ]" userId="e07aea9e-92ed-4da9-a75e-875ab8ec805f" providerId="ADAL" clId="{9160B826-7298-4C0A-B5E9-54369674E021}" dt="2023-09-05T13:17:23.475" v="5022" actId="1076"/>
          <ac:picMkLst>
            <pc:docMk/>
            <pc:sldMk cId="1374902305" sldId="268"/>
            <ac:picMk id="8" creationId="{9EA00DDB-7441-B838-A391-1462C8787C73}"/>
          </ac:picMkLst>
        </pc:picChg>
        <pc:picChg chg="add mod">
          <ac:chgData name="원종빈[ 학부재학 / 언어학과 ]" userId="e07aea9e-92ed-4da9-a75e-875ab8ec805f" providerId="ADAL" clId="{9160B826-7298-4C0A-B5E9-54369674E021}" dt="2023-09-05T13:19:34.169" v="5037" actId="1076"/>
          <ac:picMkLst>
            <pc:docMk/>
            <pc:sldMk cId="1374902305" sldId="268"/>
            <ac:picMk id="9" creationId="{9E119AD3-4D4E-EB74-8DF9-FA1ADC5B9A65}"/>
          </ac:picMkLst>
        </pc:picChg>
        <pc:picChg chg="add mod">
          <ac:chgData name="원종빈[ 학부재학 / 언어학과 ]" userId="e07aea9e-92ed-4da9-a75e-875ab8ec805f" providerId="ADAL" clId="{9160B826-7298-4C0A-B5E9-54369674E021}" dt="2023-09-05T13:19:34.169" v="5037" actId="1076"/>
          <ac:picMkLst>
            <pc:docMk/>
            <pc:sldMk cId="1374902305" sldId="268"/>
            <ac:picMk id="10" creationId="{A8B76FA1-F7B1-0BAE-4011-105D4A396798}"/>
          </ac:picMkLst>
        </pc:picChg>
        <pc:picChg chg="add mod">
          <ac:chgData name="원종빈[ 학부재학 / 언어학과 ]" userId="e07aea9e-92ed-4da9-a75e-875ab8ec805f" providerId="ADAL" clId="{9160B826-7298-4C0A-B5E9-54369674E021}" dt="2023-09-05T13:19:34.169" v="5037" actId="1076"/>
          <ac:picMkLst>
            <pc:docMk/>
            <pc:sldMk cId="1374902305" sldId="268"/>
            <ac:picMk id="11" creationId="{0EB1A09E-195F-5CAF-0C5A-C87840F694AC}"/>
          </ac:picMkLst>
        </pc:picChg>
        <pc:cxnChg chg="add del">
          <ac:chgData name="원종빈[ 학부재학 / 언어학과 ]" userId="e07aea9e-92ed-4da9-a75e-875ab8ec805f" providerId="ADAL" clId="{9160B826-7298-4C0A-B5E9-54369674E021}" dt="2023-09-05T13:17:16.622" v="5021" actId="11529"/>
          <ac:cxnSpMkLst>
            <pc:docMk/>
            <pc:sldMk cId="1374902305" sldId="268"/>
            <ac:cxnSpMk id="15" creationId="{D8A8262F-D3DF-4B61-F16D-235434C7763A}"/>
          </ac:cxnSpMkLst>
        </pc:cxnChg>
        <pc:cxnChg chg="add mod">
          <ac:chgData name="원종빈[ 학부재학 / 언어학과 ]" userId="e07aea9e-92ed-4da9-a75e-875ab8ec805f" providerId="ADAL" clId="{9160B826-7298-4C0A-B5E9-54369674E021}" dt="2023-09-05T13:19:48.409" v="5039" actId="1582"/>
          <ac:cxnSpMkLst>
            <pc:docMk/>
            <pc:sldMk cId="1374902305" sldId="268"/>
            <ac:cxnSpMk id="17" creationId="{AA8B0EC9-05D1-B2B0-7110-5E379F419EF7}"/>
          </ac:cxnSpMkLst>
        </pc:cxnChg>
      </pc:sldChg>
      <pc:sldChg chg="modSp mod">
        <pc:chgData name="원종빈[ 학부재학 / 언어학과 ]" userId="e07aea9e-92ed-4da9-a75e-875ab8ec805f" providerId="ADAL" clId="{9160B826-7298-4C0A-B5E9-54369674E021}" dt="2023-09-04T11:54:16.535" v="1365" actId="20577"/>
        <pc:sldMkLst>
          <pc:docMk/>
          <pc:sldMk cId="282326902" sldId="269"/>
        </pc:sldMkLst>
        <pc:spChg chg="mod">
          <ac:chgData name="원종빈[ 학부재학 / 언어학과 ]" userId="e07aea9e-92ed-4da9-a75e-875ab8ec805f" providerId="ADAL" clId="{9160B826-7298-4C0A-B5E9-54369674E021}" dt="2023-09-04T11:54:16.535" v="1365" actId="20577"/>
          <ac:spMkLst>
            <pc:docMk/>
            <pc:sldMk cId="282326902" sldId="269"/>
            <ac:spMk id="3" creationId="{724A08DC-30A4-3771-B6BB-9B64A274A7B1}"/>
          </ac:spMkLst>
        </pc:spChg>
      </pc:sldChg>
      <pc:sldChg chg="addSp delSp modSp mod ord modNotesTx">
        <pc:chgData name="원종빈[ 학부재학 / 언어학과 ]" userId="e07aea9e-92ed-4da9-a75e-875ab8ec805f" providerId="ADAL" clId="{9160B826-7298-4C0A-B5E9-54369674E021}" dt="2023-09-06T16:13:35.453" v="13660"/>
        <pc:sldMkLst>
          <pc:docMk/>
          <pc:sldMk cId="37115071" sldId="270"/>
        </pc:sldMkLst>
        <pc:spChg chg="mod">
          <ac:chgData name="원종빈[ 학부재학 / 언어학과 ]" userId="e07aea9e-92ed-4da9-a75e-875ab8ec805f" providerId="ADAL" clId="{9160B826-7298-4C0A-B5E9-54369674E021}" dt="2023-09-04T11:30:46.354" v="454"/>
          <ac:spMkLst>
            <pc:docMk/>
            <pc:sldMk cId="37115071" sldId="270"/>
            <ac:spMk id="2" creationId="{10B3DF91-F1E9-C324-9032-3CD476DFDCCE}"/>
          </ac:spMkLst>
        </pc:spChg>
        <pc:spChg chg="del mod">
          <ac:chgData name="원종빈[ 학부재학 / 언어학과 ]" userId="e07aea9e-92ed-4da9-a75e-875ab8ec805f" providerId="ADAL" clId="{9160B826-7298-4C0A-B5E9-54369674E021}" dt="2023-09-04T11:33:59.731" v="461" actId="21"/>
          <ac:spMkLst>
            <pc:docMk/>
            <pc:sldMk cId="37115071" sldId="270"/>
            <ac:spMk id="5" creationId="{B007E5FC-40B9-3CF0-3A6A-32815A6C476D}"/>
          </ac:spMkLst>
        </pc:spChg>
        <pc:spChg chg="mod">
          <ac:chgData name="원종빈[ 학부재학 / 언어학과 ]" userId="e07aea9e-92ed-4da9-a75e-875ab8ec805f" providerId="ADAL" clId="{9160B826-7298-4C0A-B5E9-54369674E021}" dt="2023-09-04T11:48:31.014" v="1286" actId="113"/>
          <ac:spMkLst>
            <pc:docMk/>
            <pc:sldMk cId="37115071" sldId="270"/>
            <ac:spMk id="6" creationId="{F71FE48B-D124-F80E-29C4-CF12EA0FC6C0}"/>
          </ac:spMkLst>
        </pc:spChg>
        <pc:picChg chg="del mod">
          <ac:chgData name="원종빈[ 학부재학 / 언어학과 ]" userId="e07aea9e-92ed-4da9-a75e-875ab8ec805f" providerId="ADAL" clId="{9160B826-7298-4C0A-B5E9-54369674E021}" dt="2023-09-04T11:27:19.691" v="166" actId="478"/>
          <ac:picMkLst>
            <pc:docMk/>
            <pc:sldMk cId="37115071" sldId="270"/>
            <ac:picMk id="3" creationId="{8C86871C-1E60-27FB-B2AC-17BF8299475C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1:33:59.731" v="461" actId="21"/>
          <ac:picMkLst>
            <pc:docMk/>
            <pc:sldMk cId="37115071" sldId="270"/>
            <ac:picMk id="8" creationId="{F814E151-240E-E8F0-6D9D-EA40354476DE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1:42:28.734" v="742" actId="1076"/>
          <ac:picMkLst>
            <pc:docMk/>
            <pc:sldMk cId="37115071" sldId="270"/>
            <ac:picMk id="1026" creationId="{AF51F6BD-0BE2-DB3F-72CF-0D19D48CAEE1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1:42:36.857" v="744" actId="14100"/>
          <ac:picMkLst>
            <pc:docMk/>
            <pc:sldMk cId="37115071" sldId="270"/>
            <ac:picMk id="1028" creationId="{266DE184-0CC5-CC56-62FD-A4F398B1A357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1:42:03.573" v="736" actId="14100"/>
          <ac:picMkLst>
            <pc:docMk/>
            <pc:sldMk cId="37115071" sldId="270"/>
            <ac:picMk id="1030" creationId="{B1C6C62F-D3E3-0D74-6AA2-6F40398EFF73}"/>
          </ac:picMkLst>
        </pc:picChg>
      </pc:sldChg>
      <pc:sldChg chg="delSp modSp add del mod modNotesTx">
        <pc:chgData name="원종빈[ 학부재학 / 언어학과 ]" userId="e07aea9e-92ed-4da9-a75e-875ab8ec805f" providerId="ADAL" clId="{9160B826-7298-4C0A-B5E9-54369674E021}" dt="2023-09-04T11:55:11.050" v="1387" actId="47"/>
        <pc:sldMkLst>
          <pc:docMk/>
          <pc:sldMk cId="1813589911" sldId="271"/>
        </pc:sldMkLst>
        <pc:spChg chg="mod">
          <ac:chgData name="원종빈[ 학부재학 / 언어학과 ]" userId="e07aea9e-92ed-4da9-a75e-875ab8ec805f" providerId="ADAL" clId="{9160B826-7298-4C0A-B5E9-54369674E021}" dt="2023-09-04T11:54:47.579" v="1383" actId="1076"/>
          <ac:spMkLst>
            <pc:docMk/>
            <pc:sldMk cId="1813589911" sldId="271"/>
            <ac:spMk id="2" creationId="{10B3DF91-F1E9-C324-9032-3CD476DFDCCE}"/>
          </ac:spMkLst>
        </pc:spChg>
        <pc:spChg chg="del">
          <ac:chgData name="원종빈[ 학부재학 / 언어학과 ]" userId="e07aea9e-92ed-4da9-a75e-875ab8ec805f" providerId="ADAL" clId="{9160B826-7298-4C0A-B5E9-54369674E021}" dt="2023-09-04T11:52:56.819" v="1353" actId="478"/>
          <ac:spMkLst>
            <pc:docMk/>
            <pc:sldMk cId="1813589911" sldId="271"/>
            <ac:spMk id="6" creationId="{D37E21E1-25BC-67FC-938E-81639A18FC03}"/>
          </ac:spMkLst>
        </pc:spChg>
        <pc:spChg chg="del">
          <ac:chgData name="원종빈[ 학부재학 / 언어학과 ]" userId="e07aea9e-92ed-4da9-a75e-875ab8ec805f" providerId="ADAL" clId="{9160B826-7298-4C0A-B5E9-54369674E021}" dt="2023-09-04T11:52:56.819" v="1353" actId="478"/>
          <ac:spMkLst>
            <pc:docMk/>
            <pc:sldMk cId="1813589911" sldId="271"/>
            <ac:spMk id="12" creationId="{838E1DFC-D636-8462-88D5-A02FE79C36CC}"/>
          </ac:spMkLst>
        </pc:spChg>
        <pc:picChg chg="del">
          <ac:chgData name="원종빈[ 학부재학 / 언어학과 ]" userId="e07aea9e-92ed-4da9-a75e-875ab8ec805f" providerId="ADAL" clId="{9160B826-7298-4C0A-B5E9-54369674E021}" dt="2023-09-04T11:33:44.859" v="459" actId="478"/>
          <ac:picMkLst>
            <pc:docMk/>
            <pc:sldMk cId="1813589911" sldId="271"/>
            <ac:picMk id="5" creationId="{E17AA9C1-079C-9FAB-4363-4ADDF21DDEE2}"/>
          </ac:picMkLst>
        </pc:picChg>
        <pc:picChg chg="del">
          <ac:chgData name="원종빈[ 학부재학 / 언어학과 ]" userId="e07aea9e-92ed-4da9-a75e-875ab8ec805f" providerId="ADAL" clId="{9160B826-7298-4C0A-B5E9-54369674E021}" dt="2023-09-04T11:33:45.675" v="460" actId="478"/>
          <ac:picMkLst>
            <pc:docMk/>
            <pc:sldMk cId="1813589911" sldId="271"/>
            <ac:picMk id="10" creationId="{2A0310ED-7EDB-8841-B150-F3EA7F499663}"/>
          </ac:picMkLst>
        </pc:picChg>
      </pc:sldChg>
      <pc:sldChg chg="delSp modSp add mod">
        <pc:chgData name="원종빈[ 학부재학 / 언어학과 ]" userId="e07aea9e-92ed-4da9-a75e-875ab8ec805f" providerId="ADAL" clId="{9160B826-7298-4C0A-B5E9-54369674E021}" dt="2023-09-06T16:11:10.818" v="13633" actId="20577"/>
        <pc:sldMkLst>
          <pc:docMk/>
          <pc:sldMk cId="779792909" sldId="272"/>
        </pc:sldMkLst>
        <pc:spChg chg="mod">
          <ac:chgData name="원종빈[ 학부재학 / 언어학과 ]" userId="e07aea9e-92ed-4da9-a75e-875ab8ec805f" providerId="ADAL" clId="{9160B826-7298-4C0A-B5E9-54369674E021}" dt="2023-09-06T16:11:10.818" v="13633" actId="20577"/>
          <ac:spMkLst>
            <pc:docMk/>
            <pc:sldMk cId="779792909" sldId="272"/>
            <ac:spMk id="6" creationId="{F71FE48B-D124-F80E-29C4-CF12EA0FC6C0}"/>
          </ac:spMkLst>
        </pc:spChg>
        <pc:picChg chg="del">
          <ac:chgData name="원종빈[ 학부재학 / 언어학과 ]" userId="e07aea9e-92ed-4da9-a75e-875ab8ec805f" providerId="ADAL" clId="{9160B826-7298-4C0A-B5E9-54369674E021}" dt="2023-09-04T11:43:26.704" v="748" actId="478"/>
          <ac:picMkLst>
            <pc:docMk/>
            <pc:sldMk cId="779792909" sldId="272"/>
            <ac:picMk id="1026" creationId="{AF51F6BD-0BE2-DB3F-72CF-0D19D48CAEE1}"/>
          </ac:picMkLst>
        </pc:picChg>
        <pc:picChg chg="del">
          <ac:chgData name="원종빈[ 학부재학 / 언어학과 ]" userId="e07aea9e-92ed-4da9-a75e-875ab8ec805f" providerId="ADAL" clId="{9160B826-7298-4C0A-B5E9-54369674E021}" dt="2023-09-04T11:43:27.181" v="749" actId="478"/>
          <ac:picMkLst>
            <pc:docMk/>
            <pc:sldMk cId="779792909" sldId="272"/>
            <ac:picMk id="1028" creationId="{266DE184-0CC5-CC56-62FD-A4F398B1A357}"/>
          </ac:picMkLst>
        </pc:picChg>
        <pc:picChg chg="del mod">
          <ac:chgData name="원종빈[ 학부재학 / 언어학과 ]" userId="e07aea9e-92ed-4da9-a75e-875ab8ec805f" providerId="ADAL" clId="{9160B826-7298-4C0A-B5E9-54369674E021}" dt="2023-09-04T11:43:26.163" v="747" actId="478"/>
          <ac:picMkLst>
            <pc:docMk/>
            <pc:sldMk cId="779792909" sldId="272"/>
            <ac:picMk id="1030" creationId="{B1C6C62F-D3E3-0D74-6AA2-6F40398EFF73}"/>
          </ac:picMkLst>
        </pc:picChg>
      </pc:sldChg>
      <pc:sldChg chg="delSp modSp add del mod">
        <pc:chgData name="원종빈[ 학부재학 / 언어학과 ]" userId="e07aea9e-92ed-4da9-a75e-875ab8ec805f" providerId="ADAL" clId="{9160B826-7298-4C0A-B5E9-54369674E021}" dt="2023-09-04T12:08:44.840" v="1443" actId="47"/>
        <pc:sldMkLst>
          <pc:docMk/>
          <pc:sldMk cId="622325233" sldId="273"/>
        </pc:sldMkLst>
        <pc:spChg chg="mod">
          <ac:chgData name="원종빈[ 학부재학 / 언어학과 ]" userId="e07aea9e-92ed-4da9-a75e-875ab8ec805f" providerId="ADAL" clId="{9160B826-7298-4C0A-B5E9-54369674E021}" dt="2023-09-04T11:56:00.513" v="1437" actId="113"/>
          <ac:spMkLst>
            <pc:docMk/>
            <pc:sldMk cId="622325233" sldId="273"/>
            <ac:spMk id="2" creationId="{10B3DF91-F1E9-C324-9032-3CD476DFDCCE}"/>
          </ac:spMkLst>
        </pc:spChg>
        <pc:grpChg chg="del">
          <ac:chgData name="원종빈[ 학부재학 / 언어학과 ]" userId="e07aea9e-92ed-4da9-a75e-875ab8ec805f" providerId="ADAL" clId="{9160B826-7298-4C0A-B5E9-54369674E021}" dt="2023-09-04T11:56:11.863" v="1438" actId="478"/>
          <ac:grpSpMkLst>
            <pc:docMk/>
            <pc:sldMk cId="622325233" sldId="273"/>
            <ac:grpSpMk id="9" creationId="{F90299BE-C035-CFA4-6154-DD3039FA1B62}"/>
          </ac:grpSpMkLst>
        </pc:grpChg>
        <pc:grpChg chg="del">
          <ac:chgData name="원종빈[ 학부재학 / 언어학과 ]" userId="e07aea9e-92ed-4da9-a75e-875ab8ec805f" providerId="ADAL" clId="{9160B826-7298-4C0A-B5E9-54369674E021}" dt="2023-09-04T11:56:11.863" v="1438" actId="478"/>
          <ac:grpSpMkLst>
            <pc:docMk/>
            <pc:sldMk cId="622325233" sldId="273"/>
            <ac:grpSpMk id="11" creationId="{FCD8E564-C64B-E98A-45BE-0CCE6982FFA6}"/>
          </ac:grpSpMkLst>
        </pc:grpChg>
        <pc:grpChg chg="del">
          <ac:chgData name="원종빈[ 학부재학 / 언어학과 ]" userId="e07aea9e-92ed-4da9-a75e-875ab8ec805f" providerId="ADAL" clId="{9160B826-7298-4C0A-B5E9-54369674E021}" dt="2023-09-04T11:56:14.559" v="1439" actId="478"/>
          <ac:grpSpMkLst>
            <pc:docMk/>
            <pc:sldMk cId="622325233" sldId="273"/>
            <ac:grpSpMk id="15" creationId="{2A244237-09D7-43F4-91E7-25E334E71EDF}"/>
          </ac:grpSpMkLst>
        </pc:grpChg>
      </pc:sldChg>
      <pc:sldChg chg="addSp modSp new mod modNotesTx">
        <pc:chgData name="원종빈[ 학부재학 / 언어학과 ]" userId="e07aea9e-92ed-4da9-a75e-875ab8ec805f" providerId="ADAL" clId="{9160B826-7298-4C0A-B5E9-54369674E021}" dt="2023-09-06T13:29:27.861" v="10114" actId="20577"/>
        <pc:sldMkLst>
          <pc:docMk/>
          <pc:sldMk cId="1531300608" sldId="274"/>
        </pc:sldMkLst>
        <pc:spChg chg="mod">
          <ac:chgData name="원종빈[ 학부재학 / 언어학과 ]" userId="e07aea9e-92ed-4da9-a75e-875ab8ec805f" providerId="ADAL" clId="{9160B826-7298-4C0A-B5E9-54369674E021}" dt="2023-09-04T12:08:37.585" v="1442" actId="404"/>
          <ac:spMkLst>
            <pc:docMk/>
            <pc:sldMk cId="1531300608" sldId="274"/>
            <ac:spMk id="2" creationId="{B4DDEB9B-105D-A039-3AED-237C9E0FFF37}"/>
          </ac:spMkLst>
        </pc:spChg>
        <pc:spChg chg="mod">
          <ac:chgData name="원종빈[ 학부재학 / 언어학과 ]" userId="e07aea9e-92ed-4da9-a75e-875ab8ec805f" providerId="ADAL" clId="{9160B826-7298-4C0A-B5E9-54369674E021}" dt="2023-09-06T07:41:37.008" v="8673" actId="115"/>
          <ac:spMkLst>
            <pc:docMk/>
            <pc:sldMk cId="1531300608" sldId="274"/>
            <ac:spMk id="3" creationId="{86DC4DFF-CBA4-79F4-C41A-20D0019D6F28}"/>
          </ac:spMkLst>
        </pc:spChg>
        <pc:spChg chg="add mod">
          <ac:chgData name="원종빈[ 학부재학 / 언어학과 ]" userId="e07aea9e-92ed-4da9-a75e-875ab8ec805f" providerId="ADAL" clId="{9160B826-7298-4C0A-B5E9-54369674E021}" dt="2023-09-06T07:42:54.092" v="8697" actId="20577"/>
          <ac:spMkLst>
            <pc:docMk/>
            <pc:sldMk cId="1531300608" sldId="274"/>
            <ac:spMk id="7" creationId="{0F5A3B3A-28EE-ABFA-B4D9-BBCC00A98FB3}"/>
          </ac:spMkLst>
        </pc:spChg>
        <pc:picChg chg="add mod">
          <ac:chgData name="원종빈[ 학부재학 / 언어학과 ]" userId="e07aea9e-92ed-4da9-a75e-875ab8ec805f" providerId="ADAL" clId="{9160B826-7298-4C0A-B5E9-54369674E021}" dt="2023-09-04T12:56:07.474" v="1945" actId="1076"/>
          <ac:picMkLst>
            <pc:docMk/>
            <pc:sldMk cId="1531300608" sldId="274"/>
            <ac:picMk id="5" creationId="{C167456B-1373-7E7C-CFBA-A19C7B866B76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2:56:12.329" v="1947" actId="14100"/>
          <ac:picMkLst>
            <pc:docMk/>
            <pc:sldMk cId="1531300608" sldId="274"/>
            <ac:picMk id="6" creationId="{71F9945E-822A-86AD-A41B-54D11EE51796}"/>
          </ac:picMkLst>
        </pc:picChg>
      </pc:sldChg>
      <pc:sldChg chg="add del">
        <pc:chgData name="원종빈[ 학부재학 / 언어학과 ]" userId="e07aea9e-92ed-4da9-a75e-875ab8ec805f" providerId="ADAL" clId="{9160B826-7298-4C0A-B5E9-54369674E021}" dt="2023-09-04T11:55:10.221" v="1386" actId="47"/>
        <pc:sldMkLst>
          <pc:docMk/>
          <pc:sldMk cId="4194114138" sldId="274"/>
        </pc:sldMkLst>
      </pc:sldChg>
      <pc:sldChg chg="addSp delSp modSp add mod setBg modNotesTx">
        <pc:chgData name="원종빈[ 학부재학 / 언어학과 ]" userId="e07aea9e-92ed-4da9-a75e-875ab8ec805f" providerId="ADAL" clId="{9160B826-7298-4C0A-B5E9-54369674E021}" dt="2023-09-06T13:30:08.905" v="10218" actId="20577"/>
        <pc:sldMkLst>
          <pc:docMk/>
          <pc:sldMk cId="91298607" sldId="275"/>
        </pc:sldMkLst>
        <pc:spChg chg="mod">
          <ac:chgData name="원종빈[ 학부재학 / 언어학과 ]" userId="e07aea9e-92ed-4da9-a75e-875ab8ec805f" providerId="ADAL" clId="{9160B826-7298-4C0A-B5E9-54369674E021}" dt="2023-09-04T12:57:54.785" v="1975" actId="26606"/>
          <ac:spMkLst>
            <pc:docMk/>
            <pc:sldMk cId="91298607" sldId="275"/>
            <ac:spMk id="2" creationId="{B4DDEB9B-105D-A039-3AED-237C9E0FFF37}"/>
          </ac:spMkLst>
        </pc:spChg>
        <pc:spChg chg="del">
          <ac:chgData name="원종빈[ 학부재학 / 언어학과 ]" userId="e07aea9e-92ed-4da9-a75e-875ab8ec805f" providerId="ADAL" clId="{9160B826-7298-4C0A-B5E9-54369674E021}" dt="2023-09-04T12:56:29.906" v="1949" actId="478"/>
          <ac:spMkLst>
            <pc:docMk/>
            <pc:sldMk cId="91298607" sldId="275"/>
            <ac:spMk id="3" creationId="{86DC4DFF-CBA4-79F4-C41A-20D0019D6F28}"/>
          </ac:spMkLst>
        </pc:spChg>
        <pc:spChg chg="mod ord">
          <ac:chgData name="원종빈[ 학부재학 / 언어학과 ]" userId="e07aea9e-92ed-4da9-a75e-875ab8ec805f" providerId="ADAL" clId="{9160B826-7298-4C0A-B5E9-54369674E021}" dt="2023-09-04T12:57:54.785" v="1975" actId="26606"/>
          <ac:spMkLst>
            <pc:docMk/>
            <pc:sldMk cId="91298607" sldId="275"/>
            <ac:spMk id="4" creationId="{2432BDA7-C806-E83B-16D7-FDBB43CF647D}"/>
          </ac:spMkLst>
        </pc:spChg>
        <pc:spChg chg="add del mod">
          <ac:chgData name="원종빈[ 학부재학 / 언어학과 ]" userId="e07aea9e-92ed-4da9-a75e-875ab8ec805f" providerId="ADAL" clId="{9160B826-7298-4C0A-B5E9-54369674E021}" dt="2023-09-04T12:56:46.066" v="1951"/>
          <ac:spMkLst>
            <pc:docMk/>
            <pc:sldMk cId="91298607" sldId="275"/>
            <ac:spMk id="7" creationId="{250950FC-1914-535D-72C6-E57FAA7E381F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06:19.420" v="2078" actId="20577"/>
          <ac:spMkLst>
            <pc:docMk/>
            <pc:sldMk cId="91298607" sldId="275"/>
            <ac:spMk id="20" creationId="{330A22F9-AD68-FCC6-C7AB-B5ECB6EB2CF1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06:31.270" v="2084" actId="113"/>
          <ac:spMkLst>
            <pc:docMk/>
            <pc:sldMk cId="91298607" sldId="275"/>
            <ac:spMk id="21" creationId="{BD58FDE0-597D-23A7-B025-B5C2DC52F293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01:18.272" v="2043" actId="1076"/>
          <ac:spMkLst>
            <pc:docMk/>
            <pc:sldMk cId="91298607" sldId="275"/>
            <ac:spMk id="22" creationId="{55188B71-554F-2329-06B9-59D9D23EC988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01:22.300" v="2052" actId="20577"/>
          <ac:spMkLst>
            <pc:docMk/>
            <pc:sldMk cId="91298607" sldId="275"/>
            <ac:spMk id="23" creationId="{384988F6-063E-6541-0F70-6A4C2942928A}"/>
          </ac:spMkLst>
        </pc:spChg>
        <pc:spChg chg="add">
          <ac:chgData name="원종빈[ 학부재학 / 언어학과 ]" userId="e07aea9e-92ed-4da9-a75e-875ab8ec805f" providerId="ADAL" clId="{9160B826-7298-4C0A-B5E9-54369674E021}" dt="2023-09-04T12:57:54.785" v="1975" actId="26606"/>
          <ac:spMkLst>
            <pc:docMk/>
            <pc:sldMk cId="91298607" sldId="275"/>
            <ac:spMk id="24" creationId="{33E72FA3-BD00-444A-AD9B-E6C3D069CDE3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01:27.247" v="2060" actId="20577"/>
          <ac:spMkLst>
            <pc:docMk/>
            <pc:sldMk cId="91298607" sldId="275"/>
            <ac:spMk id="25" creationId="{DD97A72B-29C4-E966-9294-49B3305E00DA}"/>
          </ac:spMkLst>
        </pc:spChg>
        <pc:picChg chg="del">
          <ac:chgData name="원종빈[ 학부재학 / 언어학과 ]" userId="e07aea9e-92ed-4da9-a75e-875ab8ec805f" providerId="ADAL" clId="{9160B826-7298-4C0A-B5E9-54369674E021}" dt="2023-09-04T12:56:33.974" v="1950" actId="478"/>
          <ac:picMkLst>
            <pc:docMk/>
            <pc:sldMk cId="91298607" sldId="275"/>
            <ac:picMk id="5" creationId="{C167456B-1373-7E7C-CFBA-A19C7B866B76}"/>
          </ac:picMkLst>
        </pc:picChg>
        <pc:picChg chg="del">
          <ac:chgData name="원종빈[ 학부재학 / 언어학과 ]" userId="e07aea9e-92ed-4da9-a75e-875ab8ec805f" providerId="ADAL" clId="{9160B826-7298-4C0A-B5E9-54369674E021}" dt="2023-09-04T12:56:29.906" v="1949" actId="478"/>
          <ac:picMkLst>
            <pc:docMk/>
            <pc:sldMk cId="91298607" sldId="275"/>
            <ac:picMk id="6" creationId="{71F9945E-822A-86AD-A41B-54D11EE51796}"/>
          </ac:picMkLst>
        </pc:picChg>
        <pc:picChg chg="add mod ord">
          <ac:chgData name="원종빈[ 학부재학 / 언어학과 ]" userId="e07aea9e-92ed-4da9-a75e-875ab8ec805f" providerId="ADAL" clId="{9160B826-7298-4C0A-B5E9-54369674E021}" dt="2023-09-04T13:03:30.890" v="2070" actId="1076"/>
          <ac:picMkLst>
            <pc:docMk/>
            <pc:sldMk cId="91298607" sldId="275"/>
            <ac:picMk id="9" creationId="{975B8F73-73EF-8702-116C-B9E7F034E351}"/>
          </ac:picMkLst>
        </pc:picChg>
        <pc:picChg chg="add del mod ord">
          <ac:chgData name="원종빈[ 학부재학 / 언어학과 ]" userId="e07aea9e-92ed-4da9-a75e-875ab8ec805f" providerId="ADAL" clId="{9160B826-7298-4C0A-B5E9-54369674E021}" dt="2023-09-04T13:02:29.191" v="2062" actId="21"/>
          <ac:picMkLst>
            <pc:docMk/>
            <pc:sldMk cId="91298607" sldId="275"/>
            <ac:picMk id="11" creationId="{99CEDC5E-A067-9C13-B80F-F5FB09F07577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3:03:32.921" v="2071" actId="1076"/>
          <ac:picMkLst>
            <pc:docMk/>
            <pc:sldMk cId="91298607" sldId="275"/>
            <ac:picMk id="13" creationId="{1408F264-9572-9CD7-C904-43A1449DF249}"/>
          </ac:picMkLst>
        </pc:picChg>
        <pc:picChg chg="add mod ord">
          <ac:chgData name="원종빈[ 학부재학 / 언어학과 ]" userId="e07aea9e-92ed-4da9-a75e-875ab8ec805f" providerId="ADAL" clId="{9160B826-7298-4C0A-B5E9-54369674E021}" dt="2023-09-04T13:01:39.864" v="2061" actId="14100"/>
          <ac:picMkLst>
            <pc:docMk/>
            <pc:sldMk cId="91298607" sldId="275"/>
            <ac:picMk id="15" creationId="{CEC137F1-3F9F-763B-6BC0-E98B55DB91FE}"/>
          </ac:picMkLst>
        </pc:picChg>
        <pc:picChg chg="add del mod ord">
          <ac:chgData name="원종빈[ 학부재학 / 언어학과 ]" userId="e07aea9e-92ed-4da9-a75e-875ab8ec805f" providerId="ADAL" clId="{9160B826-7298-4C0A-B5E9-54369674E021}" dt="2023-09-04T14:26:51.477" v="3500" actId="478"/>
          <ac:picMkLst>
            <pc:docMk/>
            <pc:sldMk cId="91298607" sldId="275"/>
            <ac:picMk id="17" creationId="{A4568EB4-1305-9C9D-7402-4DB2A0A09B45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3:03:35.565" v="2072" actId="1076"/>
          <ac:picMkLst>
            <pc:docMk/>
            <pc:sldMk cId="91298607" sldId="275"/>
            <ac:picMk id="19" creationId="{2CFFA93D-60E1-2836-61E6-7C61A174941A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3:03:44.902" v="2074" actId="1076"/>
          <ac:picMkLst>
            <pc:docMk/>
            <pc:sldMk cId="91298607" sldId="275"/>
            <ac:picMk id="26" creationId="{B6017CC7-492F-3AE6-48AD-66A2B4663C82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4:27:07.529" v="3505" actId="1076"/>
          <ac:picMkLst>
            <pc:docMk/>
            <pc:sldMk cId="91298607" sldId="275"/>
            <ac:picMk id="28" creationId="{CF093B39-1B04-67D5-A174-D04B13734A1E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5:25:52.483" v="4434" actId="478"/>
          <ac:picMkLst>
            <pc:docMk/>
            <pc:sldMk cId="91298607" sldId="275"/>
            <ac:picMk id="30" creationId="{231084D2-BE45-2A98-662E-6C10FCD40D47}"/>
          </ac:picMkLst>
        </pc:picChg>
      </pc:sldChg>
      <pc:sldChg chg="add del">
        <pc:chgData name="원종빈[ 학부재학 / 언어학과 ]" userId="e07aea9e-92ed-4da9-a75e-875ab8ec805f" providerId="ADAL" clId="{9160B826-7298-4C0A-B5E9-54369674E021}" dt="2023-09-04T12:58:54.406" v="2007" actId="47"/>
        <pc:sldMkLst>
          <pc:docMk/>
          <pc:sldMk cId="2132479902" sldId="276"/>
        </pc:sldMkLst>
      </pc:sldChg>
      <pc:sldChg chg="addSp delSp modSp add mod setBg delDesignElem">
        <pc:chgData name="원종빈[ 학부재학 / 언어학과 ]" userId="e07aea9e-92ed-4da9-a75e-875ab8ec805f" providerId="ADAL" clId="{9160B826-7298-4C0A-B5E9-54369674E021}" dt="2023-09-06T13:30:45.240" v="10225" actId="14100"/>
        <pc:sldMkLst>
          <pc:docMk/>
          <pc:sldMk cId="2524471736" sldId="276"/>
        </pc:sldMkLst>
        <pc:spChg chg="mod">
          <ac:chgData name="원종빈[ 학부재학 / 언어학과 ]" userId="e07aea9e-92ed-4da9-a75e-875ab8ec805f" providerId="ADAL" clId="{9160B826-7298-4C0A-B5E9-54369674E021}" dt="2023-09-04T13:15:43.474" v="2105" actId="26606"/>
          <ac:spMkLst>
            <pc:docMk/>
            <pc:sldMk cId="2524471736" sldId="276"/>
            <ac:spMk id="2" creationId="{B4DDEB9B-105D-A039-3AED-237C9E0FFF37}"/>
          </ac:spMkLst>
        </pc:spChg>
        <pc:spChg chg="add del mod">
          <ac:chgData name="원종빈[ 학부재학 / 언어학과 ]" userId="e07aea9e-92ed-4da9-a75e-875ab8ec805f" providerId="ADAL" clId="{9160B826-7298-4C0A-B5E9-54369674E021}" dt="2023-09-04T13:15:12.551" v="2096" actId="478"/>
          <ac:spMkLst>
            <pc:docMk/>
            <pc:sldMk cId="2524471736" sldId="276"/>
            <ac:spMk id="5" creationId="{57D4F3F5-81CC-E053-339E-9652A41388EB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21:06.590" v="2300" actId="20577"/>
          <ac:spMkLst>
            <pc:docMk/>
            <pc:sldMk cId="2524471736" sldId="276"/>
            <ac:spMk id="14" creationId="{33E3DF1B-4306-171D-3CD3-379BEB3A255B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21:15.237" v="2319" actId="20577"/>
          <ac:spMkLst>
            <pc:docMk/>
            <pc:sldMk cId="2524471736" sldId="276"/>
            <ac:spMk id="16" creationId="{C9785A5E-3275-86B8-23DE-7315AFCA26F4}"/>
          </ac:spMkLst>
        </pc:spChg>
        <pc:spChg chg="add mod">
          <ac:chgData name="원종빈[ 학부재학 / 언어학과 ]" userId="e07aea9e-92ed-4da9-a75e-875ab8ec805f" providerId="ADAL" clId="{9160B826-7298-4C0A-B5E9-54369674E021}" dt="2023-09-04T13:21:31.171" v="2336" actId="1076"/>
          <ac:spMkLst>
            <pc:docMk/>
            <pc:sldMk cId="2524471736" sldId="276"/>
            <ac:spMk id="18" creationId="{787DAD45-5A3D-91FB-AA44-5368964ECC61}"/>
          </ac:spMkLst>
        </pc:spChg>
        <pc:spChg chg="del">
          <ac:chgData name="원종빈[ 학부재학 / 언어학과 ]" userId="e07aea9e-92ed-4da9-a75e-875ab8ec805f" providerId="ADAL" clId="{9160B826-7298-4C0A-B5E9-54369674E021}" dt="2023-09-04T13:14:54.404" v="2088" actId="478"/>
          <ac:spMkLst>
            <pc:docMk/>
            <pc:sldMk cId="2524471736" sldId="276"/>
            <ac:spMk id="20" creationId="{330A22F9-AD68-FCC6-C7AB-B5ECB6EB2CF1}"/>
          </ac:spMkLst>
        </pc:spChg>
        <pc:spChg chg="del">
          <ac:chgData name="원종빈[ 학부재학 / 언어학과 ]" userId="e07aea9e-92ed-4da9-a75e-875ab8ec805f" providerId="ADAL" clId="{9160B826-7298-4C0A-B5E9-54369674E021}" dt="2023-09-04T13:14:50.674" v="2087" actId="478"/>
          <ac:spMkLst>
            <pc:docMk/>
            <pc:sldMk cId="2524471736" sldId="276"/>
            <ac:spMk id="21" creationId="{BD58FDE0-597D-23A7-B025-B5C2DC52F293}"/>
          </ac:spMkLst>
        </pc:spChg>
        <pc:spChg chg="del mod">
          <ac:chgData name="원종빈[ 학부재학 / 언어학과 ]" userId="e07aea9e-92ed-4da9-a75e-875ab8ec805f" providerId="ADAL" clId="{9160B826-7298-4C0A-B5E9-54369674E021}" dt="2023-09-04T13:14:59.967" v="2093" actId="478"/>
          <ac:spMkLst>
            <pc:docMk/>
            <pc:sldMk cId="2524471736" sldId="276"/>
            <ac:spMk id="22" creationId="{55188B71-554F-2329-06B9-59D9D23EC988}"/>
          </ac:spMkLst>
        </pc:spChg>
        <pc:spChg chg="del">
          <ac:chgData name="원종빈[ 학부재학 / 언어학과 ]" userId="e07aea9e-92ed-4da9-a75e-875ab8ec805f" providerId="ADAL" clId="{9160B826-7298-4C0A-B5E9-54369674E021}" dt="2023-09-04T13:14:56.729" v="2089" actId="478"/>
          <ac:spMkLst>
            <pc:docMk/>
            <pc:sldMk cId="2524471736" sldId="276"/>
            <ac:spMk id="23" creationId="{384988F6-063E-6541-0F70-6A4C2942928A}"/>
          </ac:spMkLst>
        </pc:spChg>
        <pc:spChg chg="del">
          <ac:chgData name="원종빈[ 학부재학 / 언어학과 ]" userId="e07aea9e-92ed-4da9-a75e-875ab8ec805f" providerId="ADAL" clId="{9160B826-7298-4C0A-B5E9-54369674E021}" dt="2023-09-04T13:14:41.011" v="2086"/>
          <ac:spMkLst>
            <pc:docMk/>
            <pc:sldMk cId="2524471736" sldId="276"/>
            <ac:spMk id="24" creationId="{33E72FA3-BD00-444A-AD9B-E6C3D069CDE3}"/>
          </ac:spMkLst>
        </pc:spChg>
        <pc:spChg chg="del mod">
          <ac:chgData name="원종빈[ 학부재학 / 언어학과 ]" userId="e07aea9e-92ed-4da9-a75e-875ab8ec805f" providerId="ADAL" clId="{9160B826-7298-4C0A-B5E9-54369674E021}" dt="2023-09-04T13:14:57.396" v="2091" actId="478"/>
          <ac:spMkLst>
            <pc:docMk/>
            <pc:sldMk cId="2524471736" sldId="276"/>
            <ac:spMk id="25" creationId="{DD97A72B-29C4-E966-9294-49B3305E00DA}"/>
          </ac:spMkLst>
        </pc:spChg>
        <pc:spChg chg="add">
          <ac:chgData name="원종빈[ 학부재학 / 언어학과 ]" userId="e07aea9e-92ed-4da9-a75e-875ab8ec805f" providerId="ADAL" clId="{9160B826-7298-4C0A-B5E9-54369674E021}" dt="2023-09-04T13:15:43.474" v="2105" actId="26606"/>
          <ac:spMkLst>
            <pc:docMk/>
            <pc:sldMk cId="2524471736" sldId="276"/>
            <ac:spMk id="27" creationId="{70155189-D96C-4527-B0EC-654B946BE615}"/>
          </ac:spMkLst>
        </pc:spChg>
        <pc:spChg chg="add mod">
          <ac:chgData name="원종빈[ 학부재학 / 언어학과 ]" userId="e07aea9e-92ed-4da9-a75e-875ab8ec805f" providerId="ADAL" clId="{9160B826-7298-4C0A-B5E9-54369674E021}" dt="2023-09-04T14:33:03.943" v="3924" actId="20577"/>
          <ac:spMkLst>
            <pc:docMk/>
            <pc:sldMk cId="2524471736" sldId="276"/>
            <ac:spMk id="28" creationId="{9E74FF90-9874-BCED-08F6-DE50D762BB82}"/>
          </ac:spMkLst>
        </pc:spChg>
        <pc:grpChg chg="ord">
          <ac:chgData name="원종빈[ 학부재학 / 언어학과 ]" userId="e07aea9e-92ed-4da9-a75e-875ab8ec805f" providerId="ADAL" clId="{9160B826-7298-4C0A-B5E9-54369674E021}" dt="2023-09-06T13:30:33.933" v="10221" actId="166"/>
          <ac:grpSpMkLst>
            <pc:docMk/>
            <pc:sldMk cId="2524471736" sldId="276"/>
            <ac:grpSpMk id="3" creationId="{2FDF6CE9-35ED-3778-89E5-759DBB07928C}"/>
          </ac:grpSpMkLst>
        </pc:grpChg>
        <pc:picChg chg="add mod ord">
          <ac:chgData name="원종빈[ 학부재학 / 언어학과 ]" userId="e07aea9e-92ed-4da9-a75e-875ab8ec805f" providerId="ADAL" clId="{9160B826-7298-4C0A-B5E9-54369674E021}" dt="2023-09-04T13:20:53.520" v="2280" actId="1035"/>
          <ac:picMkLst>
            <pc:docMk/>
            <pc:sldMk cId="2524471736" sldId="276"/>
            <ac:picMk id="6" creationId="{44FC0161-38C5-28DE-DB90-1D6546D342FB}"/>
          </ac:picMkLst>
        </pc:picChg>
        <pc:picChg chg="add del mod ord">
          <ac:chgData name="원종빈[ 학부재학 / 언어학과 ]" userId="e07aea9e-92ed-4da9-a75e-875ab8ec805f" providerId="ADAL" clId="{9160B826-7298-4C0A-B5E9-54369674E021}" dt="2023-09-04T13:15:53.169" v="2107" actId="21"/>
          <ac:picMkLst>
            <pc:docMk/>
            <pc:sldMk cId="2524471736" sldId="276"/>
            <ac:picMk id="8" creationId="{1EB3066E-709D-C2CC-0DA6-C3B9B6250FB4}"/>
          </ac:picMkLst>
        </pc:picChg>
        <pc:picChg chg="del">
          <ac:chgData name="원종빈[ 학부재학 / 언어학과 ]" userId="e07aea9e-92ed-4da9-a75e-875ab8ec805f" providerId="ADAL" clId="{9160B826-7298-4C0A-B5E9-54369674E021}" dt="2023-09-04T13:14:54.404" v="2088" actId="478"/>
          <ac:picMkLst>
            <pc:docMk/>
            <pc:sldMk cId="2524471736" sldId="276"/>
            <ac:picMk id="9" creationId="{975B8F73-73EF-8702-116C-B9E7F034E351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3:20:53.520" v="2280" actId="1035"/>
          <ac:picMkLst>
            <pc:docMk/>
            <pc:sldMk cId="2524471736" sldId="276"/>
            <ac:picMk id="10" creationId="{FEBF070B-5897-1608-0D5F-EDD4EE6368CE}"/>
          </ac:picMkLst>
        </pc:picChg>
        <pc:picChg chg="del">
          <ac:chgData name="원종빈[ 학부재학 / 언어학과 ]" userId="e07aea9e-92ed-4da9-a75e-875ab8ec805f" providerId="ADAL" clId="{9160B826-7298-4C0A-B5E9-54369674E021}" dt="2023-09-04T13:14:54.404" v="2088" actId="478"/>
          <ac:picMkLst>
            <pc:docMk/>
            <pc:sldMk cId="2524471736" sldId="276"/>
            <ac:picMk id="13" creationId="{1408F264-9572-9CD7-C904-43A1449DF249}"/>
          </ac:picMkLst>
        </pc:picChg>
        <pc:picChg chg="del">
          <ac:chgData name="원종빈[ 학부재학 / 언어학과 ]" userId="e07aea9e-92ed-4da9-a75e-875ab8ec805f" providerId="ADAL" clId="{9160B826-7298-4C0A-B5E9-54369674E021}" dt="2023-09-04T13:14:50.674" v="2087" actId="478"/>
          <ac:picMkLst>
            <pc:docMk/>
            <pc:sldMk cId="2524471736" sldId="276"/>
            <ac:picMk id="15" creationId="{CEC137F1-3F9F-763B-6BC0-E98B55DB91FE}"/>
          </ac:picMkLst>
        </pc:picChg>
        <pc:picChg chg="mod">
          <ac:chgData name="원종빈[ 학부재학 / 언어학과 ]" userId="e07aea9e-92ed-4da9-a75e-875ab8ec805f" providerId="ADAL" clId="{9160B826-7298-4C0A-B5E9-54369674E021}" dt="2023-09-04T13:20:53.520" v="2280" actId="1035"/>
          <ac:picMkLst>
            <pc:docMk/>
            <pc:sldMk cId="2524471736" sldId="276"/>
            <ac:picMk id="17" creationId="{A4568EB4-1305-9C9D-7402-4DB2A0A09B45}"/>
          </ac:picMkLst>
        </pc:picChg>
        <pc:picChg chg="del">
          <ac:chgData name="원종빈[ 학부재학 / 언어학과 ]" userId="e07aea9e-92ed-4da9-a75e-875ab8ec805f" providerId="ADAL" clId="{9160B826-7298-4C0A-B5E9-54369674E021}" dt="2023-09-04T13:14:50.674" v="2087" actId="478"/>
          <ac:picMkLst>
            <pc:docMk/>
            <pc:sldMk cId="2524471736" sldId="276"/>
            <ac:picMk id="19" creationId="{2CFFA93D-60E1-2836-61E6-7C61A174941A}"/>
          </ac:picMkLst>
        </pc:picChg>
        <pc:picChg chg="del">
          <ac:chgData name="원종빈[ 학부재학 / 언어학과 ]" userId="e07aea9e-92ed-4da9-a75e-875ab8ec805f" providerId="ADAL" clId="{9160B826-7298-4C0A-B5E9-54369674E021}" dt="2023-09-04T13:14:50.674" v="2087" actId="478"/>
          <ac:picMkLst>
            <pc:docMk/>
            <pc:sldMk cId="2524471736" sldId="276"/>
            <ac:picMk id="26" creationId="{B6017CC7-492F-3AE6-48AD-66A2B4663C82}"/>
          </ac:picMkLst>
        </pc:picChg>
        <pc:cxnChg chg="add mod ord">
          <ac:chgData name="원종빈[ 학부재학 / 언어학과 ]" userId="e07aea9e-92ed-4da9-a75e-875ab8ec805f" providerId="ADAL" clId="{9160B826-7298-4C0A-B5E9-54369674E021}" dt="2023-09-06T13:30:45.240" v="10225" actId="14100"/>
          <ac:cxnSpMkLst>
            <pc:docMk/>
            <pc:sldMk cId="2524471736" sldId="276"/>
            <ac:cxnSpMk id="12" creationId="{48E73D34-55C9-3275-BFD4-983EAC0DF28B}"/>
          </ac:cxnSpMkLst>
        </pc:cxnChg>
      </pc:sldChg>
      <pc:sldChg chg="modSp new mod">
        <pc:chgData name="원종빈[ 학부재학 / 언어학과 ]" userId="e07aea9e-92ed-4da9-a75e-875ab8ec805f" providerId="ADAL" clId="{9160B826-7298-4C0A-B5E9-54369674E021}" dt="2023-09-06T13:20:58.578" v="9859" actId="20577"/>
        <pc:sldMkLst>
          <pc:docMk/>
          <pc:sldMk cId="3481871891" sldId="277"/>
        </pc:sldMkLst>
        <pc:spChg chg="mod">
          <ac:chgData name="원종빈[ 학부재학 / 언어학과 ]" userId="e07aea9e-92ed-4da9-a75e-875ab8ec805f" providerId="ADAL" clId="{9160B826-7298-4C0A-B5E9-54369674E021}" dt="2023-09-06T13:20:58.578" v="9859" actId="20577"/>
          <ac:spMkLst>
            <pc:docMk/>
            <pc:sldMk cId="3481871891" sldId="277"/>
            <ac:spMk id="2" creationId="{15C3249C-55C6-C8F9-6097-7E9325E5D1A2}"/>
          </ac:spMkLst>
        </pc:spChg>
        <pc:spChg chg="mod">
          <ac:chgData name="원종빈[ 학부재학 / 언어학과 ]" userId="e07aea9e-92ed-4da9-a75e-875ab8ec805f" providerId="ADAL" clId="{9160B826-7298-4C0A-B5E9-54369674E021}" dt="2023-09-06T13:20:41.676" v="9858" actId="207"/>
          <ac:spMkLst>
            <pc:docMk/>
            <pc:sldMk cId="3481871891" sldId="277"/>
            <ac:spMk id="3" creationId="{A399CC2B-74AA-22E4-2333-B2537B6FAA47}"/>
          </ac:spMkLst>
        </pc:spChg>
      </pc:sldChg>
      <pc:sldChg chg="new del">
        <pc:chgData name="원종빈[ 학부재학 / 언어학과 ]" userId="e07aea9e-92ed-4da9-a75e-875ab8ec805f" providerId="ADAL" clId="{9160B826-7298-4C0A-B5E9-54369674E021}" dt="2023-09-04T14:18:49.167" v="3215" actId="47"/>
        <pc:sldMkLst>
          <pc:docMk/>
          <pc:sldMk cId="1994486680" sldId="278"/>
        </pc:sldMkLst>
      </pc:sldChg>
      <pc:sldChg chg="add del">
        <pc:chgData name="원종빈[ 학부재학 / 언어학과 ]" userId="e07aea9e-92ed-4da9-a75e-875ab8ec805f" providerId="ADAL" clId="{9160B826-7298-4C0A-B5E9-54369674E021}" dt="2023-09-04T14:18:44.637" v="3213" actId="47"/>
        <pc:sldMkLst>
          <pc:docMk/>
          <pc:sldMk cId="2102915260" sldId="278"/>
        </pc:sldMkLst>
      </pc:sldChg>
      <pc:sldChg chg="addSp delSp modSp new mod">
        <pc:chgData name="원종빈[ 학부재학 / 언어학과 ]" userId="e07aea9e-92ed-4da9-a75e-875ab8ec805f" providerId="ADAL" clId="{9160B826-7298-4C0A-B5E9-54369674E021}" dt="2023-09-06T16:21:37.094" v="13818" actId="1076"/>
        <pc:sldMkLst>
          <pc:docMk/>
          <pc:sldMk cId="2626253234" sldId="278"/>
        </pc:sldMkLst>
        <pc:spChg chg="mod">
          <ac:chgData name="원종빈[ 학부재학 / 언어학과 ]" userId="e07aea9e-92ed-4da9-a75e-875ab8ec805f" providerId="ADAL" clId="{9160B826-7298-4C0A-B5E9-54369674E021}" dt="2023-09-04T14:36:40.887" v="4148" actId="21"/>
          <ac:spMkLst>
            <pc:docMk/>
            <pc:sldMk cId="2626253234" sldId="278"/>
            <ac:spMk id="2" creationId="{F3D1246C-97E5-7AF8-10CB-1EA496D1A919}"/>
          </ac:spMkLst>
        </pc:spChg>
        <pc:spChg chg="del">
          <ac:chgData name="원종빈[ 학부재학 / 언어학과 ]" userId="e07aea9e-92ed-4da9-a75e-875ab8ec805f" providerId="ADAL" clId="{9160B826-7298-4C0A-B5E9-54369674E021}" dt="2023-09-04T14:20:34.179" v="3312"/>
          <ac:spMkLst>
            <pc:docMk/>
            <pc:sldMk cId="2626253234" sldId="278"/>
            <ac:spMk id="3" creationId="{FAEE1142-E43E-D4B3-CAD5-4839497054F2}"/>
          </ac:spMkLst>
        </pc:spChg>
        <pc:spChg chg="add mod">
          <ac:chgData name="원종빈[ 학부재학 / 언어학과 ]" userId="e07aea9e-92ed-4da9-a75e-875ab8ec805f" providerId="ADAL" clId="{9160B826-7298-4C0A-B5E9-54369674E021}" dt="2023-09-06T13:58:59.598" v="11405"/>
          <ac:spMkLst>
            <pc:docMk/>
            <pc:sldMk cId="2626253234" sldId="278"/>
            <ac:spMk id="46" creationId="{C2EA8D42-CB33-8A52-6710-472875C677F7}"/>
          </ac:spMkLst>
        </pc:spChg>
        <pc:picChg chg="add mod ord modCrop">
          <ac:chgData name="원종빈[ 학부재학 / 언어학과 ]" userId="e07aea9e-92ed-4da9-a75e-875ab8ec805f" providerId="ADAL" clId="{9160B826-7298-4C0A-B5E9-54369674E021}" dt="2023-09-06T16:21:37.094" v="13818" actId="1076"/>
          <ac:picMkLst>
            <pc:docMk/>
            <pc:sldMk cId="2626253234" sldId="278"/>
            <ac:picMk id="5" creationId="{76684CBF-34DD-2364-43BB-B932B34FF7C9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6" creationId="{43127F3A-CEDE-BE3F-C821-6A924AE98E13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8" creationId="{1FD570C8-C224-0C8C-7DBE-41B5C4DE1CC5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10" creationId="{964F5233-EDE5-3CE0-90A9-6297DA54DE15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12" creationId="{6C238F7B-05BD-87CB-EF49-EAAA34864ABA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14" creationId="{0ABDE489-164D-85A8-77ED-CA698F320433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16" creationId="{AF9864F1-89EC-F98B-6F24-CC46AD168EE5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18" creationId="{0E63E3D5-833C-B77D-1B75-8CF9B0296C8F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20" creationId="{889394BD-6EBF-472E-6FF4-EDA5CB3EE69E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22" creationId="{EA6F4394-161C-A509-B465-F73FFA8AE96B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24" creationId="{40C4E0C9-0BDD-E739-EDED-3D2C2AC1C45C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26" creationId="{EC5ABA1F-3D0D-7A4D-2DFB-6AD3A5941C44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28" creationId="{D08251F8-1BC5-371D-714E-68E47E2D805F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30" creationId="{0A21F83C-55B1-8E73-B237-E52CF1BEF120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32" creationId="{D43383C7-F824-5ECD-DC6D-D40A33FCC5F2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34" creationId="{F2EFCC8D-334A-3B45-83B9-B31F2BDACDAB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36" creationId="{52EECAEA-4599-F09D-5B70-3DA5DA21E9BA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38" creationId="{0ED64C4F-07F2-B39C-77D1-E3B31EE4A0CF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40" creationId="{FF7FBBF1-665D-45D8-419E-403317C079C9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42" creationId="{FF0E80CB-F8DA-CCB9-A7AB-AA3CF6497939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4T14:20:46.853" v="3315" actId="478"/>
          <ac:picMkLst>
            <pc:docMk/>
            <pc:sldMk cId="2626253234" sldId="278"/>
            <ac:picMk id="44" creationId="{9F070C81-C50A-2EDA-ED4A-E8EA5CEFD331}"/>
          </ac:picMkLst>
        </pc:picChg>
      </pc:sldChg>
      <pc:sldChg chg="addSp delSp modSp new del mod setBg">
        <pc:chgData name="원종빈[ 학부재학 / 언어학과 ]" userId="e07aea9e-92ed-4da9-a75e-875ab8ec805f" providerId="ADAL" clId="{9160B826-7298-4C0A-B5E9-54369674E021}" dt="2023-09-05T12:49:41.425" v="4450" actId="47"/>
        <pc:sldMkLst>
          <pc:docMk/>
          <pc:sldMk cId="1753737904" sldId="279"/>
        </pc:sldMkLst>
        <pc:spChg chg="mod ord">
          <ac:chgData name="원종빈[ 학부재학 / 언어학과 ]" userId="e07aea9e-92ed-4da9-a75e-875ab8ec805f" providerId="ADAL" clId="{9160B826-7298-4C0A-B5E9-54369674E021}" dt="2023-09-04T14:42:33.182" v="4171" actId="26606"/>
          <ac:spMkLst>
            <pc:docMk/>
            <pc:sldMk cId="1753737904" sldId="279"/>
            <ac:spMk id="2" creationId="{4CFD8DB4-E0E2-894B-C5EF-AA3E2447707A}"/>
          </ac:spMkLst>
        </pc:spChg>
        <pc:spChg chg="del">
          <ac:chgData name="원종빈[ 학부재학 / 언어학과 ]" userId="e07aea9e-92ed-4da9-a75e-875ab8ec805f" providerId="ADAL" clId="{9160B826-7298-4C0A-B5E9-54369674E021}" dt="2023-09-04T14:40:48.799" v="4150"/>
          <ac:spMkLst>
            <pc:docMk/>
            <pc:sldMk cId="1753737904" sldId="279"/>
            <ac:spMk id="3" creationId="{53261A53-DEA7-DB84-4589-57804C62226B}"/>
          </ac:spMkLst>
        </pc:spChg>
        <pc:spChg chg="mod ord">
          <ac:chgData name="원종빈[ 학부재학 / 언어학과 ]" userId="e07aea9e-92ed-4da9-a75e-875ab8ec805f" providerId="ADAL" clId="{9160B826-7298-4C0A-B5E9-54369674E021}" dt="2023-09-04T14:42:33.179" v="4170" actId="26606"/>
          <ac:spMkLst>
            <pc:docMk/>
            <pc:sldMk cId="1753737904" sldId="279"/>
            <ac:spMk id="4" creationId="{1B03A46A-CC4C-79D9-DC36-E36701C29987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1:51.353" v="4166" actId="26606"/>
          <ac:spMkLst>
            <pc:docMk/>
            <pc:sldMk cId="1753737904" sldId="279"/>
            <ac:spMk id="19" creationId="{72018E1B-E0B9-4440-AFF3-4112E50A2763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2:33.182" v="4171" actId="26606"/>
          <ac:spMkLst>
            <pc:docMk/>
            <pc:sldMk cId="1753737904" sldId="279"/>
            <ac:spMk id="21" creationId="{3B47FC9C-2ED3-4100-A4EF-E8CDFEE106C9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2:33.179" v="4170" actId="26606"/>
          <ac:spMkLst>
            <pc:docMk/>
            <pc:sldMk cId="1753737904" sldId="279"/>
            <ac:spMk id="26" creationId="{0855A890-B60B-4670-9DC2-69DC05015AB3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2:33.179" v="4170" actId="26606"/>
          <ac:spMkLst>
            <pc:docMk/>
            <pc:sldMk cId="1753737904" sldId="279"/>
            <ac:spMk id="28" creationId="{90F533E9-6690-41A8-A372-4C6C622D028D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2:33.179" v="4170" actId="26606"/>
          <ac:spMkLst>
            <pc:docMk/>
            <pc:sldMk cId="1753737904" sldId="279"/>
            <ac:spMk id="30" creationId="{99413ED5-9ED4-4772-BCE4-2BCAE6B12E35}"/>
          </ac:spMkLst>
        </pc:spChg>
        <pc:spChg chg="add del">
          <ac:chgData name="원종빈[ 학부재학 / 언어학과 ]" userId="e07aea9e-92ed-4da9-a75e-875ab8ec805f" providerId="ADAL" clId="{9160B826-7298-4C0A-B5E9-54369674E021}" dt="2023-09-04T14:42:33.179" v="4170" actId="26606"/>
          <ac:spMkLst>
            <pc:docMk/>
            <pc:sldMk cId="1753737904" sldId="279"/>
            <ac:spMk id="32" creationId="{04357C93-F0CB-4A1C-8F77-4E9063789819}"/>
          </ac:spMkLst>
        </pc:spChg>
        <pc:spChg chg="add">
          <ac:chgData name="원종빈[ 학부재학 / 언어학과 ]" userId="e07aea9e-92ed-4da9-a75e-875ab8ec805f" providerId="ADAL" clId="{9160B826-7298-4C0A-B5E9-54369674E021}" dt="2023-09-04T14:42:33.182" v="4171" actId="26606"/>
          <ac:spMkLst>
            <pc:docMk/>
            <pc:sldMk cId="1753737904" sldId="279"/>
            <ac:spMk id="34" creationId="{201C88F9-E440-45DE-A776-9609EB590BF5}"/>
          </ac:spMkLst>
        </pc:spChg>
        <pc:picChg chg="add mod ord">
          <ac:chgData name="원종빈[ 학부재학 / 언어학과 ]" userId="e07aea9e-92ed-4da9-a75e-875ab8ec805f" providerId="ADAL" clId="{9160B826-7298-4C0A-B5E9-54369674E021}" dt="2023-09-04T14:42:33.182" v="4171" actId="26606"/>
          <ac:picMkLst>
            <pc:docMk/>
            <pc:sldMk cId="1753737904" sldId="279"/>
            <ac:picMk id="6" creationId="{60C60BE4-5F7C-6A3F-5546-8C21E803CEE1}"/>
          </ac:picMkLst>
        </pc:picChg>
        <pc:picChg chg="add mod ord">
          <ac:chgData name="원종빈[ 학부재학 / 언어학과 ]" userId="e07aea9e-92ed-4da9-a75e-875ab8ec805f" providerId="ADAL" clId="{9160B826-7298-4C0A-B5E9-54369674E021}" dt="2023-09-04T14:42:33.182" v="4171" actId="26606"/>
          <ac:picMkLst>
            <pc:docMk/>
            <pc:sldMk cId="1753737904" sldId="279"/>
            <ac:picMk id="8" creationId="{F9877B5F-26E8-409E-BDD3-829869D9E516}"/>
          </ac:picMkLst>
        </pc:picChg>
        <pc:picChg chg="add mod ord">
          <ac:chgData name="원종빈[ 학부재학 / 언어학과 ]" userId="e07aea9e-92ed-4da9-a75e-875ab8ec805f" providerId="ADAL" clId="{9160B826-7298-4C0A-B5E9-54369674E021}" dt="2023-09-04T14:42:33.182" v="4171" actId="26606"/>
          <ac:picMkLst>
            <pc:docMk/>
            <pc:sldMk cId="1753737904" sldId="279"/>
            <ac:picMk id="10" creationId="{CB3DBB54-3E6D-6B43-269A-1BF5D12985DA}"/>
          </ac:picMkLst>
        </pc:picChg>
        <pc:picChg chg="add mod">
          <ac:chgData name="원종빈[ 학부재학 / 언어학과 ]" userId="e07aea9e-92ed-4da9-a75e-875ab8ec805f" providerId="ADAL" clId="{9160B826-7298-4C0A-B5E9-54369674E021}" dt="2023-09-04T14:42:33.182" v="4171" actId="26606"/>
          <ac:picMkLst>
            <pc:docMk/>
            <pc:sldMk cId="1753737904" sldId="279"/>
            <ac:picMk id="12" creationId="{EA7364A6-43DB-39DE-E559-C85E82EA5A15}"/>
          </ac:picMkLst>
        </pc:picChg>
        <pc:picChg chg="add del mod ord">
          <ac:chgData name="원종빈[ 학부재학 / 언어학과 ]" userId="e07aea9e-92ed-4da9-a75e-875ab8ec805f" providerId="ADAL" clId="{9160B826-7298-4C0A-B5E9-54369674E021}" dt="2023-09-04T14:42:24.447" v="4168" actId="478"/>
          <ac:picMkLst>
            <pc:docMk/>
            <pc:sldMk cId="1753737904" sldId="279"/>
            <ac:picMk id="14" creationId="{E3561697-B6D7-8DBB-8535-2961AA91E9F5}"/>
          </ac:picMkLst>
        </pc:picChg>
      </pc:sldChg>
      <pc:sldChg chg="addSp modSp mod ord">
        <pc:chgData name="원종빈[ 학부재학 / 언어학과 ]" userId="e07aea9e-92ed-4da9-a75e-875ab8ec805f" providerId="ADAL" clId="{9160B826-7298-4C0A-B5E9-54369674E021}" dt="2023-09-05T13:40:01.962" v="7143" actId="20577"/>
        <pc:sldMkLst>
          <pc:docMk/>
          <pc:sldMk cId="127403394" sldId="280"/>
        </pc:sldMkLst>
        <pc:spChg chg="add mod">
          <ac:chgData name="원종빈[ 학부재학 / 언어학과 ]" userId="e07aea9e-92ed-4da9-a75e-875ab8ec805f" providerId="ADAL" clId="{9160B826-7298-4C0A-B5E9-54369674E021}" dt="2023-09-05T13:40:01.962" v="7143" actId="20577"/>
          <ac:spMkLst>
            <pc:docMk/>
            <pc:sldMk cId="127403394" sldId="280"/>
            <ac:spMk id="3" creationId="{1B39AA55-A921-3D78-7A29-7D9614E106B6}"/>
          </ac:spMkLst>
        </pc:spChg>
        <pc:spChg chg="mod">
          <ac:chgData name="원종빈[ 학부재학 / 언어학과 ]" userId="e07aea9e-92ed-4da9-a75e-875ab8ec805f" providerId="ADAL" clId="{9160B826-7298-4C0A-B5E9-54369674E021}" dt="2023-09-05T13:39:00.193" v="7093" actId="20577"/>
          <ac:spMkLst>
            <pc:docMk/>
            <pc:sldMk cId="127403394" sldId="280"/>
            <ac:spMk id="7" creationId="{B6D8FBFD-788C-3D17-5C1A-1E916FF3CA37}"/>
          </ac:spMkLst>
        </pc:spChg>
      </pc:sldChg>
      <pc:sldChg chg="addSp delSp modSp add mod">
        <pc:chgData name="원종빈[ 학부재학 / 언어학과 ]" userId="e07aea9e-92ed-4da9-a75e-875ab8ec805f" providerId="ADAL" clId="{9160B826-7298-4C0A-B5E9-54369674E021}" dt="2023-09-06T16:24:46.171" v="13949" actId="20577"/>
        <pc:sldMkLst>
          <pc:docMk/>
          <pc:sldMk cId="953035930" sldId="281"/>
        </pc:sldMkLst>
        <pc:spChg chg="add mod">
          <ac:chgData name="원종빈[ 학부재학 / 언어학과 ]" userId="e07aea9e-92ed-4da9-a75e-875ab8ec805f" providerId="ADAL" clId="{9160B826-7298-4C0A-B5E9-54369674E021}" dt="2023-09-06T16:24:46.171" v="13949" actId="20577"/>
          <ac:spMkLst>
            <pc:docMk/>
            <pc:sldMk cId="953035930" sldId="281"/>
            <ac:spMk id="5" creationId="{6A77DE4C-7947-F768-97CA-ECBD5CFC956B}"/>
          </ac:spMkLst>
        </pc:spChg>
        <pc:spChg chg="del mod">
          <ac:chgData name="원종빈[ 학부재학 / 언어학과 ]" userId="e07aea9e-92ed-4da9-a75e-875ab8ec805f" providerId="ADAL" clId="{9160B826-7298-4C0A-B5E9-54369674E021}" dt="2023-09-05T12:49:48.974" v="4452" actId="478"/>
          <ac:spMkLst>
            <pc:docMk/>
            <pc:sldMk cId="953035930" sldId="281"/>
            <ac:spMk id="46" creationId="{C2EA8D42-CB33-8A52-6710-472875C677F7}"/>
          </ac:spMkLst>
        </pc:spChg>
        <pc:picChg chg="add mod">
          <ac:chgData name="원종빈[ 학부재학 / 언어학과 ]" userId="e07aea9e-92ed-4da9-a75e-875ab8ec805f" providerId="ADAL" clId="{9160B826-7298-4C0A-B5E9-54369674E021}" dt="2023-09-06T16:24:35.246" v="13947" actId="14100"/>
          <ac:picMkLst>
            <pc:docMk/>
            <pc:sldMk cId="953035930" sldId="281"/>
            <ac:picMk id="3" creationId="{C53B9557-3EA2-103F-5FF2-E77795929E99}"/>
          </ac:picMkLst>
        </pc:picChg>
        <pc:picChg chg="add mod">
          <ac:chgData name="원종빈[ 학부재학 / 언어학과 ]" userId="e07aea9e-92ed-4da9-a75e-875ab8ec805f" providerId="ADAL" clId="{9160B826-7298-4C0A-B5E9-54369674E021}" dt="2023-09-06T16:24:35.246" v="13947" actId="14100"/>
          <ac:picMkLst>
            <pc:docMk/>
            <pc:sldMk cId="953035930" sldId="281"/>
            <ac:picMk id="6" creationId="{5BD07D8F-A3F0-8904-C199-5B0D4F43B1A5}"/>
          </ac:picMkLst>
        </pc:picChg>
        <pc:picChg chg="add mod">
          <ac:chgData name="원종빈[ 학부재학 / 언어학과 ]" userId="e07aea9e-92ed-4da9-a75e-875ab8ec805f" providerId="ADAL" clId="{9160B826-7298-4C0A-B5E9-54369674E021}" dt="2023-09-06T16:24:35.246" v="13947" actId="14100"/>
          <ac:picMkLst>
            <pc:docMk/>
            <pc:sldMk cId="953035930" sldId="281"/>
            <ac:picMk id="7" creationId="{7D02D184-B0C8-5E66-E895-2C3A54614710}"/>
          </ac:picMkLst>
        </pc:picChg>
      </pc:sldChg>
      <pc:sldChg chg="addSp delSp modSp add del mod modNotesTx">
        <pc:chgData name="원종빈[ 학부재학 / 언어학과 ]" userId="e07aea9e-92ed-4da9-a75e-875ab8ec805f" providerId="ADAL" clId="{9160B826-7298-4C0A-B5E9-54369674E021}" dt="2023-09-06T07:17:48.817" v="7392" actId="2696"/>
        <pc:sldMkLst>
          <pc:docMk/>
          <pc:sldMk cId="4203931756" sldId="282"/>
        </pc:sldMkLst>
        <pc:spChg chg="mod">
          <ac:chgData name="원종빈[ 학부재학 / 언어학과 ]" userId="e07aea9e-92ed-4da9-a75e-875ab8ec805f" providerId="ADAL" clId="{9160B826-7298-4C0A-B5E9-54369674E021}" dt="2023-09-06T07:17:26.147" v="7388" actId="20577"/>
          <ac:spMkLst>
            <pc:docMk/>
            <pc:sldMk cId="4203931756" sldId="282"/>
            <ac:spMk id="2" creationId="{F3D1246C-97E5-7AF8-10CB-1EA496D1A919}"/>
          </ac:spMkLst>
        </pc:spChg>
        <pc:spChg chg="del">
          <ac:chgData name="원종빈[ 학부재학 / 언어학과 ]" userId="e07aea9e-92ed-4da9-a75e-875ab8ec805f" providerId="ADAL" clId="{9160B826-7298-4C0A-B5E9-54369674E021}" dt="2023-09-05T13:04:24.578" v="4849" actId="478"/>
          <ac:spMkLst>
            <pc:docMk/>
            <pc:sldMk cId="4203931756" sldId="282"/>
            <ac:spMk id="5" creationId="{6A77DE4C-7947-F768-97CA-ECBD5CFC956B}"/>
          </ac:spMkLst>
        </pc:spChg>
        <pc:spChg chg="add del mod">
          <ac:chgData name="원종빈[ 학부재학 / 언어학과 ]" userId="e07aea9e-92ed-4da9-a75e-875ab8ec805f" providerId="ADAL" clId="{9160B826-7298-4C0A-B5E9-54369674E021}" dt="2023-09-05T13:04:27.124" v="4850" actId="478"/>
          <ac:spMkLst>
            <pc:docMk/>
            <pc:sldMk cId="4203931756" sldId="282"/>
            <ac:spMk id="6" creationId="{AC478C34-CA41-19CA-AD79-8F01480720E8}"/>
          </ac:spMkLst>
        </pc:spChg>
      </pc:sldChg>
      <pc:sldChg chg="addSp delSp modSp new mod modNotesTx">
        <pc:chgData name="원종빈[ 학부재학 / 언어학과 ]" userId="e07aea9e-92ed-4da9-a75e-875ab8ec805f" providerId="ADAL" clId="{9160B826-7298-4C0A-B5E9-54369674E021}" dt="2023-09-06T13:58:41.564" v="11398" actId="113"/>
        <pc:sldMkLst>
          <pc:docMk/>
          <pc:sldMk cId="428759982" sldId="283"/>
        </pc:sldMkLst>
        <pc:spChg chg="mod">
          <ac:chgData name="원종빈[ 학부재학 / 언어학과 ]" userId="e07aea9e-92ed-4da9-a75e-875ab8ec805f" providerId="ADAL" clId="{9160B826-7298-4C0A-B5E9-54369674E021}" dt="2023-09-06T07:17:44.861" v="7391" actId="115"/>
          <ac:spMkLst>
            <pc:docMk/>
            <pc:sldMk cId="428759982" sldId="283"/>
            <ac:spMk id="2" creationId="{20D3DF53-6C2F-BE7A-F56A-C1F3A5E05107}"/>
          </ac:spMkLst>
        </pc:spChg>
        <pc:spChg chg="mod">
          <ac:chgData name="원종빈[ 학부재학 / 언어학과 ]" userId="e07aea9e-92ed-4da9-a75e-875ab8ec805f" providerId="ADAL" clId="{9160B826-7298-4C0A-B5E9-54369674E021}" dt="2023-09-06T13:58:41.564" v="11398" actId="113"/>
          <ac:spMkLst>
            <pc:docMk/>
            <pc:sldMk cId="428759982" sldId="283"/>
            <ac:spMk id="3" creationId="{5A1E69FE-D2BB-FA8F-B7D0-D98157C4B7CE}"/>
          </ac:spMkLst>
        </pc:spChg>
        <pc:spChg chg="add mod">
          <ac:chgData name="원종빈[ 학부재학 / 언어학과 ]" userId="e07aea9e-92ed-4da9-a75e-875ab8ec805f" providerId="ADAL" clId="{9160B826-7298-4C0A-B5E9-54369674E021}" dt="2023-09-06T08:42:36.902" v="8962" actId="1076"/>
          <ac:spMkLst>
            <pc:docMk/>
            <pc:sldMk cId="428759982" sldId="283"/>
            <ac:spMk id="5" creationId="{DAD79610-274C-4C85-5706-6C8E1D2D4521}"/>
          </ac:spMkLst>
        </pc:spChg>
        <pc:spChg chg="add mod">
          <ac:chgData name="원종빈[ 학부재학 / 언어학과 ]" userId="e07aea9e-92ed-4da9-a75e-875ab8ec805f" providerId="ADAL" clId="{9160B826-7298-4C0A-B5E9-54369674E021}" dt="2023-09-06T08:43:09.704" v="8981" actId="1076"/>
          <ac:spMkLst>
            <pc:docMk/>
            <pc:sldMk cId="428759982" sldId="283"/>
            <ac:spMk id="6" creationId="{5778CABE-B427-49AF-DAB6-F3D2A34E1E22}"/>
          </ac:spMkLst>
        </pc:spChg>
        <pc:spChg chg="add mod">
          <ac:chgData name="원종빈[ 학부재학 / 언어학과 ]" userId="e07aea9e-92ed-4da9-a75e-875ab8ec805f" providerId="ADAL" clId="{9160B826-7298-4C0A-B5E9-54369674E021}" dt="2023-09-06T12:49:45.833" v="9000" actId="20577"/>
          <ac:spMkLst>
            <pc:docMk/>
            <pc:sldMk cId="428759982" sldId="283"/>
            <ac:spMk id="7" creationId="{355C9239-7F9E-5803-9BC7-B2816CBA405D}"/>
          </ac:spMkLst>
        </pc:spChg>
        <pc:picChg chg="add mod">
          <ac:chgData name="원종빈[ 학부재학 / 언어학과 ]" userId="e07aea9e-92ed-4da9-a75e-875ab8ec805f" providerId="ADAL" clId="{9160B826-7298-4C0A-B5E9-54369674E021}" dt="2023-09-06T08:42:33.839" v="8961" actId="1076"/>
          <ac:picMkLst>
            <pc:docMk/>
            <pc:sldMk cId="428759982" sldId="283"/>
            <ac:picMk id="1026" creationId="{7AA34077-09DA-213F-7F1E-25B0FCA3B703}"/>
          </ac:picMkLst>
        </pc:picChg>
        <pc:picChg chg="add del">
          <ac:chgData name="원종빈[ 학부재학 / 언어학과 ]" userId="e07aea9e-92ed-4da9-a75e-875ab8ec805f" providerId="ADAL" clId="{9160B826-7298-4C0A-B5E9-54369674E021}" dt="2023-09-06T08:42:18.181" v="8958"/>
          <ac:picMkLst>
            <pc:docMk/>
            <pc:sldMk cId="428759982" sldId="283"/>
            <ac:picMk id="1028" creationId="{6300B507-10DD-B732-0EBE-599EE9B03564}"/>
          </ac:picMkLst>
        </pc:picChg>
      </pc:sldChg>
      <pc:sldChg chg="addSp delSp modSp new mod setBg">
        <pc:chgData name="원종빈[ 학부재학 / 언어학과 ]" userId="e07aea9e-92ed-4da9-a75e-875ab8ec805f" providerId="ADAL" clId="{9160B826-7298-4C0A-B5E9-54369674E021}" dt="2023-09-06T16:23:17.772" v="13932" actId="5793"/>
        <pc:sldMkLst>
          <pc:docMk/>
          <pc:sldMk cId="186576220" sldId="284"/>
        </pc:sldMkLst>
        <pc:spChg chg="mod">
          <ac:chgData name="원종빈[ 학부재학 / 언어학과 ]" userId="e07aea9e-92ed-4da9-a75e-875ab8ec805f" providerId="ADAL" clId="{9160B826-7298-4C0A-B5E9-54369674E021}" dt="2023-09-06T12:54:08.896" v="9062" actId="26606"/>
          <ac:spMkLst>
            <pc:docMk/>
            <pc:sldMk cId="186576220" sldId="284"/>
            <ac:spMk id="2" creationId="{CFF7CF80-626D-B3B2-44A0-90981CE9E394}"/>
          </ac:spMkLst>
        </pc:spChg>
        <pc:spChg chg="del">
          <ac:chgData name="원종빈[ 학부재학 / 언어학과 ]" userId="e07aea9e-92ed-4da9-a75e-875ab8ec805f" providerId="ADAL" clId="{9160B826-7298-4C0A-B5E9-54369674E021}" dt="2023-09-06T12:51:18.050" v="9003"/>
          <ac:spMkLst>
            <pc:docMk/>
            <pc:sldMk cId="186576220" sldId="284"/>
            <ac:spMk id="3" creationId="{BE448A3D-9AE0-D505-0A11-4BB230AE9D0F}"/>
          </ac:spMkLst>
        </pc:spChg>
        <pc:spChg chg="mod ord">
          <ac:chgData name="원종빈[ 학부재학 / 언어학과 ]" userId="e07aea9e-92ed-4da9-a75e-875ab8ec805f" providerId="ADAL" clId="{9160B826-7298-4C0A-B5E9-54369674E021}" dt="2023-09-06T12:54:08.896" v="9062" actId="26606"/>
          <ac:spMkLst>
            <pc:docMk/>
            <pc:sldMk cId="186576220" sldId="284"/>
            <ac:spMk id="4" creationId="{D5C4A707-A381-C3D7-ED6B-70CCE399D52A}"/>
          </ac:spMkLst>
        </pc:spChg>
        <pc:spChg chg="add del mod">
          <ac:chgData name="원종빈[ 학부재학 / 언어학과 ]" userId="e07aea9e-92ed-4da9-a75e-875ab8ec805f" providerId="ADAL" clId="{9160B826-7298-4C0A-B5E9-54369674E021}" dt="2023-09-06T12:53:56.281" v="9060" actId="478"/>
          <ac:spMkLst>
            <pc:docMk/>
            <pc:sldMk cId="186576220" sldId="284"/>
            <ac:spMk id="9" creationId="{5BE58ABE-D5A5-1AEC-B6A6-62ED0229B4C1}"/>
          </ac:spMkLst>
        </pc:spChg>
        <pc:spChg chg="add del mod topLvl">
          <ac:chgData name="원종빈[ 학부재학 / 언어학과 ]" userId="e07aea9e-92ed-4da9-a75e-875ab8ec805f" providerId="ADAL" clId="{9160B826-7298-4C0A-B5E9-54369674E021}" dt="2023-09-06T12:53:59.114" v="9061" actId="478"/>
          <ac:spMkLst>
            <pc:docMk/>
            <pc:sldMk cId="186576220" sldId="284"/>
            <ac:spMk id="10" creationId="{B1551DE7-AEC1-60FC-2E20-5032C6068D6F}"/>
          </ac:spMkLst>
        </pc:spChg>
        <pc:spChg chg="add del mod">
          <ac:chgData name="원종빈[ 학부재학 / 언어학과 ]" userId="e07aea9e-92ed-4da9-a75e-875ab8ec805f" providerId="ADAL" clId="{9160B826-7298-4C0A-B5E9-54369674E021}" dt="2023-09-06T13:06:36.872" v="9117"/>
          <ac:spMkLst>
            <pc:docMk/>
            <pc:sldMk cId="186576220" sldId="284"/>
            <ac:spMk id="15" creationId="{E69784DB-EA23-8195-6C4D-B57D575426FA}"/>
          </ac:spMkLst>
        </pc:spChg>
        <pc:spChg chg="add mod">
          <ac:chgData name="원종빈[ 학부재학 / 언어학과 ]" userId="e07aea9e-92ed-4da9-a75e-875ab8ec805f" providerId="ADAL" clId="{9160B826-7298-4C0A-B5E9-54369674E021}" dt="2023-09-06T13:08:53.469" v="9256" actId="1036"/>
          <ac:spMkLst>
            <pc:docMk/>
            <pc:sldMk cId="186576220" sldId="284"/>
            <ac:spMk id="16" creationId="{97867FE1-B87A-0C92-4B5E-0483E5AD6F6C}"/>
          </ac:spMkLst>
        </pc:spChg>
        <pc:spChg chg="add mod">
          <ac:chgData name="원종빈[ 학부재학 / 언어학과 ]" userId="e07aea9e-92ed-4da9-a75e-875ab8ec805f" providerId="ADAL" clId="{9160B826-7298-4C0A-B5E9-54369674E021}" dt="2023-09-06T13:08:53.469" v="9256" actId="1036"/>
          <ac:spMkLst>
            <pc:docMk/>
            <pc:sldMk cId="186576220" sldId="284"/>
            <ac:spMk id="17" creationId="{B5E654F2-49EC-419E-F182-9ABBDB7C339D}"/>
          </ac:spMkLst>
        </pc:spChg>
        <pc:spChg chg="add">
          <ac:chgData name="원종빈[ 학부재학 / 언어학과 ]" userId="e07aea9e-92ed-4da9-a75e-875ab8ec805f" providerId="ADAL" clId="{9160B826-7298-4C0A-B5E9-54369674E021}" dt="2023-09-06T12:54:08.896" v="9062" actId="26606"/>
          <ac:spMkLst>
            <pc:docMk/>
            <pc:sldMk cId="186576220" sldId="284"/>
            <ac:spMk id="18" creationId="{70155189-D96C-4527-B0EC-654B946BE615}"/>
          </ac:spMkLst>
        </pc:spChg>
        <pc:spChg chg="add mod">
          <ac:chgData name="원종빈[ 학부재학 / 언어학과 ]" userId="e07aea9e-92ed-4da9-a75e-875ab8ec805f" providerId="ADAL" clId="{9160B826-7298-4C0A-B5E9-54369674E021}" dt="2023-09-06T13:08:53.469" v="9256" actId="1036"/>
          <ac:spMkLst>
            <pc:docMk/>
            <pc:sldMk cId="186576220" sldId="284"/>
            <ac:spMk id="19" creationId="{D76BD612-27E9-7641-3801-0D32BDEA6C02}"/>
          </ac:spMkLst>
        </pc:spChg>
        <pc:spChg chg="add mod">
          <ac:chgData name="원종빈[ 학부재학 / 언어학과 ]" userId="e07aea9e-92ed-4da9-a75e-875ab8ec805f" providerId="ADAL" clId="{9160B826-7298-4C0A-B5E9-54369674E021}" dt="2023-09-06T16:23:17.772" v="13932" actId="5793"/>
          <ac:spMkLst>
            <pc:docMk/>
            <pc:sldMk cId="186576220" sldId="284"/>
            <ac:spMk id="20" creationId="{BC986C39-0E5E-5988-86F3-CF266DA47E5B}"/>
          </ac:spMkLst>
        </pc:spChg>
        <pc:grpChg chg="add del mod">
          <ac:chgData name="원종빈[ 학부재학 / 언어학과 ]" userId="e07aea9e-92ed-4da9-a75e-875ab8ec805f" providerId="ADAL" clId="{9160B826-7298-4C0A-B5E9-54369674E021}" dt="2023-09-06T12:53:59.114" v="9061" actId="478"/>
          <ac:grpSpMkLst>
            <pc:docMk/>
            <pc:sldMk cId="186576220" sldId="284"/>
            <ac:grpSpMk id="12" creationId="{EC7AC4D6-2093-30F5-9440-753B0E862C84}"/>
          </ac:grpSpMkLst>
        </pc:grpChg>
        <pc:picChg chg="add mod">
          <ac:chgData name="원종빈[ 학부재학 / 언어학과 ]" userId="e07aea9e-92ed-4da9-a75e-875ab8ec805f" providerId="ADAL" clId="{9160B826-7298-4C0A-B5E9-54369674E021}" dt="2023-09-06T13:08:53.469" v="9256" actId="1036"/>
          <ac:picMkLst>
            <pc:docMk/>
            <pc:sldMk cId="186576220" sldId="284"/>
            <ac:picMk id="6" creationId="{5F727C88-CDCF-A08E-343D-FFF2AF66F0E8}"/>
          </ac:picMkLst>
        </pc:picChg>
        <pc:picChg chg="add mod ord topLvl">
          <ac:chgData name="원종빈[ 학부재학 / 언어학과 ]" userId="e07aea9e-92ed-4da9-a75e-875ab8ec805f" providerId="ADAL" clId="{9160B826-7298-4C0A-B5E9-54369674E021}" dt="2023-09-06T13:08:53.469" v="9256" actId="1036"/>
          <ac:picMkLst>
            <pc:docMk/>
            <pc:sldMk cId="186576220" sldId="284"/>
            <ac:picMk id="8" creationId="{1D8048F3-CEC7-996F-A005-E2CD36D94D21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6T12:53:24.396" v="9052" actId="21"/>
          <ac:picMkLst>
            <pc:docMk/>
            <pc:sldMk cId="186576220" sldId="284"/>
            <ac:picMk id="11" creationId="{187676B7-5ADD-C714-D550-2BCF6F3616A6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6T12:54:27.410" v="9109" actId="21"/>
          <ac:picMkLst>
            <pc:docMk/>
            <pc:sldMk cId="186576220" sldId="284"/>
            <ac:picMk id="13" creationId="{3D4F4ECC-8295-0F62-8466-C4DC560871AA}"/>
          </ac:picMkLst>
        </pc:picChg>
        <pc:picChg chg="add mod">
          <ac:chgData name="원종빈[ 학부재학 / 언어학과 ]" userId="e07aea9e-92ed-4da9-a75e-875ab8ec805f" providerId="ADAL" clId="{9160B826-7298-4C0A-B5E9-54369674E021}" dt="2023-09-06T13:08:53.469" v="9256" actId="1036"/>
          <ac:picMkLst>
            <pc:docMk/>
            <pc:sldMk cId="186576220" sldId="284"/>
            <ac:picMk id="14" creationId="{4CB51840-A83E-4ACD-D6D7-173A9C5C6D85}"/>
          </ac:picMkLst>
        </pc:picChg>
      </pc:sldChg>
      <pc:sldChg chg="addSp modSp new mod">
        <pc:chgData name="원종빈[ 학부재학 / 언어학과 ]" userId="e07aea9e-92ed-4da9-a75e-875ab8ec805f" providerId="ADAL" clId="{9160B826-7298-4C0A-B5E9-54369674E021}" dt="2023-09-06T14:00:49.881" v="11487" actId="403"/>
        <pc:sldMkLst>
          <pc:docMk/>
          <pc:sldMk cId="2940221093" sldId="285"/>
        </pc:sldMkLst>
        <pc:spChg chg="mod">
          <ac:chgData name="원종빈[ 학부재학 / 언어학과 ]" userId="e07aea9e-92ed-4da9-a75e-875ab8ec805f" providerId="ADAL" clId="{9160B826-7298-4C0A-B5E9-54369674E021}" dt="2023-09-06T14:00:49.881" v="11487" actId="403"/>
          <ac:spMkLst>
            <pc:docMk/>
            <pc:sldMk cId="2940221093" sldId="285"/>
            <ac:spMk id="2" creationId="{270FAD1A-1B81-67E3-09C9-4050DEE1CFA4}"/>
          </ac:spMkLst>
        </pc:spChg>
        <pc:spChg chg="mod">
          <ac:chgData name="원종빈[ 학부재학 / 언어학과 ]" userId="e07aea9e-92ed-4da9-a75e-875ab8ec805f" providerId="ADAL" clId="{9160B826-7298-4C0A-B5E9-54369674E021}" dt="2023-09-06T13:13:12.908" v="9757" actId="14100"/>
          <ac:spMkLst>
            <pc:docMk/>
            <pc:sldMk cId="2940221093" sldId="285"/>
            <ac:spMk id="3" creationId="{DE7A8BFF-9822-F8EB-2DB5-7CAB02F1B725}"/>
          </ac:spMkLst>
        </pc:spChg>
        <pc:spChg chg="add mod">
          <ac:chgData name="원종빈[ 학부재학 / 언어학과 ]" userId="e07aea9e-92ed-4da9-a75e-875ab8ec805f" providerId="ADAL" clId="{9160B826-7298-4C0A-B5E9-54369674E021}" dt="2023-09-06T13:13:22.764" v="9760" actId="1076"/>
          <ac:spMkLst>
            <pc:docMk/>
            <pc:sldMk cId="2940221093" sldId="285"/>
            <ac:spMk id="5" creationId="{9C84B054-C4ED-CB9C-6E68-0EDE4D3644EB}"/>
          </ac:spMkLst>
        </pc:spChg>
      </pc:sldChg>
      <pc:sldChg chg="new del">
        <pc:chgData name="원종빈[ 학부재학 / 언어학과 ]" userId="e07aea9e-92ed-4da9-a75e-875ab8ec805f" providerId="ADAL" clId="{9160B826-7298-4C0A-B5E9-54369674E021}" dt="2023-09-06T13:12:50.941" v="9751" actId="47"/>
        <pc:sldMkLst>
          <pc:docMk/>
          <pc:sldMk cId="3144730760" sldId="285"/>
        </pc:sldMkLst>
      </pc:sldChg>
      <pc:sldChg chg="addSp delSp modSp add del mod">
        <pc:chgData name="원종빈[ 학부재학 / 언어학과 ]" userId="e07aea9e-92ed-4da9-a75e-875ab8ec805f" providerId="ADAL" clId="{9160B826-7298-4C0A-B5E9-54369674E021}" dt="2023-09-06T16:24:40.710" v="13948" actId="2696"/>
        <pc:sldMkLst>
          <pc:docMk/>
          <pc:sldMk cId="493534616" sldId="286"/>
        </pc:sldMkLst>
        <pc:spChg chg="mod">
          <ac:chgData name="원종빈[ 학부재학 / 언어학과 ]" userId="e07aea9e-92ed-4da9-a75e-875ab8ec805f" providerId="ADAL" clId="{9160B826-7298-4C0A-B5E9-54369674E021}" dt="2023-09-06T16:24:18.168" v="13944" actId="1076"/>
          <ac:spMkLst>
            <pc:docMk/>
            <pc:sldMk cId="493534616" sldId="286"/>
            <ac:spMk id="5" creationId="{6A77DE4C-7947-F768-97CA-ECBD5CFC956B}"/>
          </ac:spMkLst>
        </pc:spChg>
        <pc:picChg chg="add mod">
          <ac:chgData name="원종빈[ 학부재학 / 언어학과 ]" userId="e07aea9e-92ed-4da9-a75e-875ab8ec805f" providerId="ADAL" clId="{9160B826-7298-4C0A-B5E9-54369674E021}" dt="2023-09-06T13:56:56.675" v="11355" actId="1076"/>
          <ac:picMkLst>
            <pc:docMk/>
            <pc:sldMk cId="493534616" sldId="286"/>
            <ac:picMk id="6" creationId="{D048609E-DECC-6FA4-DD7F-0F29FFBF2896}"/>
          </ac:picMkLst>
        </pc:picChg>
        <pc:picChg chg="add del mod">
          <ac:chgData name="원종빈[ 학부재학 / 언어학과 ]" userId="e07aea9e-92ed-4da9-a75e-875ab8ec805f" providerId="ADAL" clId="{9160B826-7298-4C0A-B5E9-54369674E021}" dt="2023-09-06T13:55:57.371" v="11331" actId="478"/>
          <ac:picMkLst>
            <pc:docMk/>
            <pc:sldMk cId="493534616" sldId="286"/>
            <ac:picMk id="8" creationId="{E8F73704-DAA1-2D79-BB4D-BE93A517A925}"/>
          </ac:picMkLst>
        </pc:picChg>
        <pc:picChg chg="add mod">
          <ac:chgData name="원종빈[ 학부재학 / 언어학과 ]" userId="e07aea9e-92ed-4da9-a75e-875ab8ec805f" providerId="ADAL" clId="{9160B826-7298-4C0A-B5E9-54369674E021}" dt="2023-09-06T13:56:57.648" v="11356" actId="1076"/>
          <ac:picMkLst>
            <pc:docMk/>
            <pc:sldMk cId="493534616" sldId="286"/>
            <ac:picMk id="10" creationId="{581D1A23-1847-F884-BB26-BD306ED15587}"/>
          </ac:picMkLst>
        </pc:picChg>
        <pc:picChg chg="add mod">
          <ac:chgData name="원종빈[ 학부재학 / 언어학과 ]" userId="e07aea9e-92ed-4da9-a75e-875ab8ec805f" providerId="ADAL" clId="{9160B826-7298-4C0A-B5E9-54369674E021}" dt="2023-09-06T13:57:02.074" v="11357" actId="1076"/>
          <ac:picMkLst>
            <pc:docMk/>
            <pc:sldMk cId="493534616" sldId="286"/>
            <ac:picMk id="12" creationId="{973C17B9-683B-7D6E-9E5A-8B8B44E7A3E2}"/>
          </ac:picMkLst>
        </pc:picChg>
      </pc:sldChg>
      <pc:sldChg chg="modSp new mod">
        <pc:chgData name="원종빈[ 학부재학 / 언어학과 ]" userId="e07aea9e-92ed-4da9-a75e-875ab8ec805f" providerId="ADAL" clId="{9160B826-7298-4C0A-B5E9-54369674E021}" dt="2023-09-06T14:02:43.349" v="11597" actId="207"/>
        <pc:sldMkLst>
          <pc:docMk/>
          <pc:sldMk cId="2005775173" sldId="287"/>
        </pc:sldMkLst>
        <pc:spChg chg="mod">
          <ac:chgData name="원종빈[ 학부재학 / 언어학과 ]" userId="e07aea9e-92ed-4da9-a75e-875ab8ec805f" providerId="ADAL" clId="{9160B826-7298-4C0A-B5E9-54369674E021}" dt="2023-09-06T14:01:34.802" v="11490" actId="20577"/>
          <ac:spMkLst>
            <pc:docMk/>
            <pc:sldMk cId="2005775173" sldId="287"/>
            <ac:spMk id="2" creationId="{D18942E5-1304-EBAB-B211-070FCD3D406A}"/>
          </ac:spMkLst>
        </pc:spChg>
        <pc:spChg chg="mod">
          <ac:chgData name="원종빈[ 학부재학 / 언어학과 ]" userId="e07aea9e-92ed-4da9-a75e-875ab8ec805f" providerId="ADAL" clId="{9160B826-7298-4C0A-B5E9-54369674E021}" dt="2023-09-06T14:02:43.349" v="11597" actId="207"/>
          <ac:spMkLst>
            <pc:docMk/>
            <pc:sldMk cId="2005775173" sldId="287"/>
            <ac:spMk id="3" creationId="{39490DF8-311A-CA00-811F-99C41E42035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2800" b="1" u="sng" dirty="0">
                <a:solidFill>
                  <a:schemeClr val="tx1"/>
                </a:solidFill>
              </a:rPr>
              <a:t>실행시간 비교</a:t>
            </a:r>
            <a:r>
              <a:rPr lang="en-US" altLang="ko-KR" sz="2800" b="1" u="sng" dirty="0">
                <a:solidFill>
                  <a:schemeClr val="tx1"/>
                </a:solidFill>
              </a:rPr>
              <a:t>: </a:t>
            </a:r>
            <a:r>
              <a:rPr lang="ko-KR" altLang="en-US" sz="2800" b="1" u="sng" dirty="0" err="1">
                <a:solidFill>
                  <a:schemeClr val="tx1"/>
                </a:solidFill>
              </a:rPr>
              <a:t>순전파</a:t>
            </a:r>
            <a:r>
              <a:rPr lang="en-US" altLang="ko-KR" sz="2800" b="1" u="sng" dirty="0">
                <a:solidFill>
                  <a:schemeClr val="tx1"/>
                </a:solidFill>
              </a:rPr>
              <a:t>-</a:t>
            </a:r>
            <a:r>
              <a:rPr lang="ko-KR" altLang="en-US" sz="2800" b="1" u="sng" dirty="0" err="1">
                <a:solidFill>
                  <a:schemeClr val="tx1"/>
                </a:solidFill>
              </a:rPr>
              <a:t>역전파</a:t>
            </a:r>
            <a:r>
              <a:rPr lang="en-US" altLang="ko-KR" sz="2800" b="1" u="sng" dirty="0">
                <a:solidFill>
                  <a:schemeClr val="tx1"/>
                </a:solidFill>
              </a:rPr>
              <a:t>-</a:t>
            </a:r>
            <a:r>
              <a:rPr lang="ko-KR" altLang="en-US" sz="2800" b="1" u="sng" dirty="0">
                <a:solidFill>
                  <a:schemeClr val="tx1"/>
                </a:solidFill>
              </a:rPr>
              <a:t>평가 각 </a:t>
            </a:r>
            <a:r>
              <a:rPr lang="en-US" altLang="ko-KR" sz="2800" b="1" u="sng" dirty="0">
                <a:solidFill>
                  <a:schemeClr val="tx1"/>
                </a:solidFill>
              </a:rPr>
              <a:t>1</a:t>
            </a:r>
            <a:r>
              <a:rPr lang="ko-KR" altLang="en-US" sz="2800" b="1" u="sng" dirty="0" err="1">
                <a:solidFill>
                  <a:schemeClr val="tx1"/>
                </a:solidFill>
              </a:rPr>
              <a:t>회씩</a:t>
            </a:r>
            <a:endParaRPr lang="en-US" altLang="ko-KR" sz="2800" b="1" u="sng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1.1917246757198829E-2"/>
          <c:y val="5.837284991421029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실행시간(단위: 초)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PyPy3</c:v>
                </c:pt>
                <c:pt idx="1">
                  <c:v>Cython</c:v>
                </c:pt>
                <c:pt idx="2">
                  <c:v>Numba</c:v>
                </c:pt>
                <c:pt idx="3">
                  <c:v>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91</c:v>
                </c:pt>
                <c:pt idx="2">
                  <c:v>92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1-4274-A80F-2AB60BDEA9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630544"/>
        <c:axId val="1286409151"/>
      </c:barChart>
      <c:catAx>
        <c:axId val="135630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6409151"/>
        <c:crosses val="autoZero"/>
        <c:auto val="1"/>
        <c:lblAlgn val="ctr"/>
        <c:lblOffset val="100"/>
        <c:noMultiLvlLbl val="0"/>
      </c:catAx>
      <c:valAx>
        <c:axId val="12864091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630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DBC5C-A925-4925-8931-81458A9ACE0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C1732-B3E6-4875-899F-67B131D93E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9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딥러닝은</a:t>
            </a:r>
            <a:r>
              <a:rPr lang="ko-KR" altLang="en-US" dirty="0"/>
              <a:t> 하나의 입</a:t>
            </a:r>
            <a:r>
              <a:rPr lang="en-US" altLang="ko-KR" dirty="0"/>
              <a:t>/</a:t>
            </a:r>
            <a:r>
              <a:rPr lang="ko-KR" altLang="en-US" dirty="0" err="1"/>
              <a:t>출력값을</a:t>
            </a:r>
            <a:r>
              <a:rPr lang="ko-KR" altLang="en-US" dirty="0"/>
              <a:t> 받는 선형 </a:t>
            </a:r>
            <a:r>
              <a:rPr lang="ko-KR" altLang="en-US" dirty="0" err="1"/>
              <a:t>연산층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 err="1"/>
              <a:t>퍼셉트론에서</a:t>
            </a:r>
            <a:r>
              <a:rPr lang="ko-KR" altLang="en-US" dirty="0"/>
              <a:t> 시작합니다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선형이라는 표현에서도 짐작할 수 있듯</a:t>
            </a:r>
            <a:r>
              <a:rPr lang="en-US" altLang="ko-KR" dirty="0"/>
              <a:t>, </a:t>
            </a:r>
            <a:r>
              <a:rPr lang="ko-KR" altLang="en-US" dirty="0"/>
              <a:t>하나의 </a:t>
            </a:r>
            <a:r>
              <a:rPr lang="ko-KR" altLang="en-US" dirty="0" err="1"/>
              <a:t>퍼셉트론</a:t>
            </a:r>
            <a:r>
              <a:rPr lang="ko-KR" altLang="en-US" dirty="0"/>
              <a:t> 만으로는 단순한 </a:t>
            </a:r>
            <a:r>
              <a:rPr lang="en-US" altLang="ko-KR" dirty="0"/>
              <a:t>XOR </a:t>
            </a:r>
            <a:r>
              <a:rPr lang="ko-KR" altLang="en-US" dirty="0"/>
              <a:t>문제조차 해결하지 못한다는 명확한 한계점이 존재합니다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377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한계점은 </a:t>
            </a:r>
            <a:r>
              <a:rPr lang="ko-KR" altLang="en-US" dirty="0" err="1"/>
              <a:t>퍼셉트론을</a:t>
            </a:r>
            <a:r>
              <a:rPr lang="ko-KR" altLang="en-US" dirty="0"/>
              <a:t> 여러 층으로 쌓아 </a:t>
            </a:r>
            <a:r>
              <a:rPr lang="en-US" altLang="ko-KR" dirty="0"/>
              <a:t>MLP </a:t>
            </a:r>
            <a:r>
              <a:rPr lang="ko-KR" altLang="en-US" dirty="0"/>
              <a:t>구조를 통해서 극복할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수학적으로 볼 때 단순히 </a:t>
            </a:r>
            <a:r>
              <a:rPr lang="ko-KR" altLang="en-US" dirty="0" err="1"/>
              <a:t>퍼셉트론만</a:t>
            </a:r>
            <a:r>
              <a:rPr lang="ko-KR" altLang="en-US" dirty="0"/>
              <a:t> 쌓는 행위는</a:t>
            </a:r>
            <a:r>
              <a:rPr lang="en-US" altLang="ko-KR" dirty="0"/>
              <a:t>, </a:t>
            </a:r>
            <a:r>
              <a:rPr lang="ko-KR" altLang="en-US" dirty="0"/>
              <a:t>선형적인 연산을 반복하는 것과 같기에 한번의 연산</a:t>
            </a:r>
            <a:r>
              <a:rPr lang="en-US" altLang="ko-KR" dirty="0"/>
              <a:t>, </a:t>
            </a:r>
            <a:r>
              <a:rPr lang="ko-KR" altLang="en-US" dirty="0"/>
              <a:t>즉 하나의 </a:t>
            </a:r>
            <a:r>
              <a:rPr lang="ko-KR" altLang="en-US" dirty="0" err="1"/>
              <a:t>퍼셉트론을</a:t>
            </a:r>
            <a:r>
              <a:rPr lang="ko-KR" altLang="en-US" dirty="0"/>
              <a:t> 쌓는 것과 차이가 없습니다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그렇기에 </a:t>
            </a:r>
            <a:r>
              <a:rPr lang="ko-KR" altLang="en-US" dirty="0" err="1"/>
              <a:t>퍼셉트론과</a:t>
            </a:r>
            <a:r>
              <a:rPr lang="ko-KR" altLang="en-US" dirty="0"/>
              <a:t> </a:t>
            </a:r>
            <a:r>
              <a:rPr lang="ko-KR" altLang="en-US" dirty="0" err="1"/>
              <a:t>퍼셉트론</a:t>
            </a:r>
            <a:r>
              <a:rPr lang="ko-KR" altLang="en-US" dirty="0"/>
              <a:t> 사이에는 비선형 연산이 필요한데요</a:t>
            </a:r>
            <a:r>
              <a:rPr lang="en-US" altLang="ko-KR" dirty="0"/>
              <a:t>, </a:t>
            </a:r>
            <a:r>
              <a:rPr lang="ko-KR" altLang="en-US" dirty="0"/>
              <a:t>이러한 비선형층을 활성화함수라고 부르는데요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결국 다층 </a:t>
            </a:r>
            <a:r>
              <a:rPr lang="ko-KR" altLang="en-US" dirty="0" err="1"/>
              <a:t>퍼셉트론</a:t>
            </a:r>
            <a:r>
              <a:rPr lang="en-US" altLang="ko-KR" dirty="0"/>
              <a:t>, </a:t>
            </a:r>
            <a:r>
              <a:rPr lang="ko-KR" altLang="en-US" dirty="0"/>
              <a:t>나아가 </a:t>
            </a:r>
            <a:r>
              <a:rPr lang="ko-KR" altLang="en-US" dirty="0" err="1"/>
              <a:t>딥러닝의</a:t>
            </a:r>
            <a:r>
              <a:rPr lang="ko-KR" altLang="en-US" dirty="0"/>
              <a:t> 핵심은 </a:t>
            </a:r>
            <a:r>
              <a:rPr lang="en-US" altLang="ko-KR" dirty="0"/>
              <a:t>1) </a:t>
            </a:r>
            <a:r>
              <a:rPr lang="ko-KR" altLang="en-US" dirty="0" err="1"/>
              <a:t>여러층을</a:t>
            </a:r>
            <a:r>
              <a:rPr lang="ko-KR" altLang="en-US" dirty="0"/>
              <a:t> 쌓되</a:t>
            </a:r>
            <a:r>
              <a:rPr lang="en-US" altLang="ko-KR" dirty="0"/>
              <a:t>, 2) </a:t>
            </a:r>
            <a:r>
              <a:rPr lang="ko-KR" altLang="en-US" dirty="0"/>
              <a:t>층과 층 사이에 적절한 비선형 연산을 더하는 것이라고 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00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당연히 활성화함수들의 종류도 다양한데요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위의 세 함수는 책에서 소개한 함수들이고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아래 두 함수는 제가 따로 도입한 함수들입니다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그렇다면 다양한 활성화 함수들 중 가장 성능이 우수한 함수가 어떤 것일지 한번 같이 살펴보겠습니다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11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원래 책에서는 </a:t>
            </a:r>
            <a:r>
              <a:rPr lang="en-US" altLang="ko-KR" dirty="0"/>
              <a:t>MNIST </a:t>
            </a:r>
            <a:r>
              <a:rPr lang="ko-KR" altLang="en-US" dirty="0" err="1"/>
              <a:t>데이터셋만을</a:t>
            </a:r>
            <a:r>
              <a:rPr lang="ko-KR" altLang="en-US" dirty="0"/>
              <a:t> 가지고 실험을 진행했는데요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en-US" altLang="ko-KR" dirty="0"/>
              <a:t>MNIST </a:t>
            </a:r>
            <a:r>
              <a:rPr lang="ko-KR" altLang="en-US" dirty="0"/>
              <a:t>데이터셋의 경우 너무 문제가 쉬워서</a:t>
            </a:r>
            <a:r>
              <a:rPr lang="en-US" altLang="ko-KR" dirty="0"/>
              <a:t>, </a:t>
            </a:r>
            <a:r>
              <a:rPr lang="ko-KR" altLang="en-US" dirty="0"/>
              <a:t>비교 실험을 진행하기에는 적절치 않다고 판단했습니다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슬라이드에서 결과를 보시면</a:t>
            </a:r>
            <a:r>
              <a:rPr lang="en-US" altLang="ko-KR" dirty="0"/>
              <a:t>, </a:t>
            </a:r>
            <a:r>
              <a:rPr lang="ko-KR" altLang="en-US" dirty="0"/>
              <a:t>더욱 더 </a:t>
            </a:r>
            <a:r>
              <a:rPr lang="en-US" altLang="ko-KR" dirty="0"/>
              <a:t>MNIST </a:t>
            </a:r>
            <a:r>
              <a:rPr lang="ko-KR" altLang="en-US" dirty="0"/>
              <a:t>데이터셋 자체의 문제가 두드러지는 것을 확인할 수 있을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MNIST</a:t>
            </a:r>
            <a:r>
              <a:rPr lang="ko-KR" altLang="en-US" dirty="0"/>
              <a:t>와 데이터 크기와 색 채널 구성이 비슷한 </a:t>
            </a:r>
            <a:r>
              <a:rPr lang="en-US" altLang="ko-KR" dirty="0" err="1"/>
              <a:t>FashionMNIST</a:t>
            </a:r>
            <a:r>
              <a:rPr lang="ko-KR" altLang="en-US" dirty="0"/>
              <a:t>와 이보다 더욱 어려운 문제인 </a:t>
            </a:r>
            <a:r>
              <a:rPr lang="en-US" altLang="ko-KR" dirty="0"/>
              <a:t>CIFAR-10 </a:t>
            </a:r>
            <a:r>
              <a:rPr lang="ko-KR" altLang="en-US" dirty="0"/>
              <a:t>데이터셋을 추가적으로 활용해 연구를 진행하였습니다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372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실험에 사용한 모델 개요는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이미지 배치처리 및 전처리를 거친 뒤</a:t>
            </a:r>
            <a:r>
              <a:rPr lang="en-US" altLang="ko-KR" dirty="0"/>
              <a:t>,</a:t>
            </a:r>
            <a:r>
              <a:rPr lang="ko-KR" altLang="en-US" dirty="0"/>
              <a:t> 두 개의 </a:t>
            </a:r>
            <a:r>
              <a:rPr lang="ko-KR" altLang="en-US" dirty="0" err="1"/>
              <a:t>아핀</a:t>
            </a:r>
            <a:r>
              <a:rPr lang="ko-KR" altLang="en-US" dirty="0"/>
              <a:t> 층으로 이뤄진 </a:t>
            </a:r>
            <a:r>
              <a:rPr lang="en-US" altLang="ko-KR" dirty="0"/>
              <a:t>MLP </a:t>
            </a:r>
            <a:r>
              <a:rPr lang="ko-KR" altLang="en-US" dirty="0"/>
              <a:t>모델에 집어넣었습니다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과정에서 앞서 말씀드렸던 활성화 함수들 중 하나를 </a:t>
            </a:r>
            <a:r>
              <a:rPr lang="ko-KR" altLang="en-US" dirty="0" err="1"/>
              <a:t>거쳤구요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첫번째 </a:t>
            </a:r>
            <a:r>
              <a:rPr lang="ko-KR" altLang="en-US" dirty="0" err="1"/>
              <a:t>아핀층에서</a:t>
            </a:r>
            <a:r>
              <a:rPr lang="ko-KR" altLang="en-US" dirty="0"/>
              <a:t> 인풋 사이즈의 경우</a:t>
            </a:r>
            <a:r>
              <a:rPr lang="en-US" altLang="ko-KR" dirty="0"/>
              <a:t>, MNIST</a:t>
            </a:r>
            <a:r>
              <a:rPr lang="ko-KR" altLang="en-US" dirty="0"/>
              <a:t>나 </a:t>
            </a:r>
            <a:r>
              <a:rPr lang="en-US" altLang="ko-KR" dirty="0" err="1"/>
              <a:t>FashinMNIST</a:t>
            </a:r>
            <a:r>
              <a:rPr lang="ko-KR" altLang="en-US" dirty="0"/>
              <a:t>는 </a:t>
            </a:r>
            <a:r>
              <a:rPr lang="en-US" altLang="ko-KR" dirty="0"/>
              <a:t>1*28*28, CIFAR-10</a:t>
            </a:r>
            <a:r>
              <a:rPr lang="ko-KR" altLang="en-US" dirty="0"/>
              <a:t>의 경우 </a:t>
            </a:r>
            <a:r>
              <a:rPr lang="en-US" altLang="ko-KR" dirty="0"/>
              <a:t>3*32*32</a:t>
            </a:r>
            <a:r>
              <a:rPr lang="ko-KR" altLang="en-US" dirty="0"/>
              <a:t>가 되겠지요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592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47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실험 결과는 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데이터셋별</a:t>
            </a:r>
            <a:r>
              <a:rPr lang="en-US" altLang="ko-KR" dirty="0"/>
              <a:t>/</a:t>
            </a:r>
            <a:r>
              <a:rPr lang="ko-KR" altLang="en-US" dirty="0"/>
              <a:t>활성화함수별 정확도 비교를 진행하기 전에</a:t>
            </a:r>
            <a:r>
              <a:rPr lang="en-US" altLang="ko-KR" dirty="0"/>
              <a:t>,</a:t>
            </a:r>
            <a:r>
              <a:rPr lang="ko-KR" altLang="en-US" dirty="0"/>
              <a:t>한 가지 재밌는 점은</a:t>
            </a:r>
            <a:r>
              <a:rPr lang="en-US" altLang="ko-KR" dirty="0"/>
              <a:t>, </a:t>
            </a:r>
            <a:r>
              <a:rPr lang="ko-KR" altLang="en-US" dirty="0"/>
              <a:t>여타 데이터셋들에 비해서 </a:t>
            </a:r>
            <a:r>
              <a:rPr lang="en-US" altLang="ko-KR" dirty="0"/>
              <a:t>MNIST </a:t>
            </a:r>
            <a:r>
              <a:rPr lang="ko-KR" altLang="en-US" dirty="0"/>
              <a:t>데이터셋은 굉장히 </a:t>
            </a:r>
            <a:r>
              <a:rPr lang="ko-KR" altLang="en-US" dirty="0" err="1"/>
              <a:t>단조적인</a:t>
            </a:r>
            <a:r>
              <a:rPr lang="ko-KR" altLang="en-US" dirty="0"/>
              <a:t> 학습 곡선을 보여준다는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학습을 진행할 수록 정확도 하락 없이 꾸준한 성능향상을 보여준다는 점에서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MNIST </a:t>
            </a:r>
            <a:r>
              <a:rPr lang="ko-KR" altLang="en-US" dirty="0"/>
              <a:t>데이터셋이 너무 쉽고</a:t>
            </a:r>
            <a:r>
              <a:rPr lang="en-US" altLang="ko-KR" dirty="0"/>
              <a:t>, </a:t>
            </a:r>
            <a:r>
              <a:rPr lang="ko-KR" altLang="en-US" dirty="0"/>
              <a:t>또 현대 </a:t>
            </a:r>
            <a:r>
              <a:rPr lang="ko-KR" altLang="en-US" dirty="0" err="1"/>
              <a:t>컴퓨터비젼</a:t>
            </a:r>
            <a:r>
              <a:rPr lang="ko-KR" altLang="en-US" dirty="0"/>
              <a:t> 문제에 적합하지 않다는 것을 보여준다고 할 수 있을 것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282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퍼셉트론이라는</a:t>
            </a:r>
            <a:r>
              <a:rPr lang="ko-KR" altLang="en-US" dirty="0"/>
              <a:t> 굉장히 간단한 모델임에도 좋은 성능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Z-</a:t>
            </a:r>
            <a:r>
              <a:rPr lang="ko-KR" altLang="en-US" dirty="0"/>
              <a:t>점수의 의미</a:t>
            </a:r>
            <a:r>
              <a:rPr lang="en-US" altLang="ko-KR" dirty="0"/>
              <a:t>????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881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246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따라서 앞으로는 </a:t>
            </a:r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계열의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761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역시 핵심은 활성화 함수다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435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어느 초기화 기법을 사용하든 정확도는 상승한 것을 확인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제가 앞서 말씀드렸던 </a:t>
            </a:r>
            <a:r>
              <a:rPr lang="en-US" altLang="ko-KR" dirty="0"/>
              <a:t>He4 </a:t>
            </a:r>
            <a:r>
              <a:rPr lang="ko-KR" altLang="en-US" dirty="0"/>
              <a:t>초기화라고 해서 특별히 성능이 뛰어나지는 않았다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176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역시 핵심은 활성화 함수다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26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트레인 데이터셋에 대한 정확도는 향상되었지만</a:t>
            </a:r>
            <a:r>
              <a:rPr lang="en-US" altLang="ko-KR" dirty="0"/>
              <a:t>, </a:t>
            </a:r>
            <a:r>
              <a:rPr lang="ko-KR" altLang="en-US" dirty="0"/>
              <a:t>반대로 테스트 데이터에 대해서는 거의 정확도가 향상되지 않는 모습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왜 그럴까</a:t>
            </a:r>
            <a:r>
              <a:rPr lang="en-US" altLang="ko-KR" dirty="0"/>
              <a:t>? </a:t>
            </a:r>
            <a:r>
              <a:rPr lang="ko-KR" altLang="en-US" dirty="0"/>
              <a:t>트레인 데이터에 대한 정확도 향상은</a:t>
            </a:r>
            <a:r>
              <a:rPr lang="en-US" altLang="ko-KR" dirty="0"/>
              <a:t>, </a:t>
            </a:r>
            <a:r>
              <a:rPr lang="ko-KR" altLang="en-US" dirty="0"/>
              <a:t>주어진 데이터들에 대한 일반적인 특징을 잘 포착한 것이 아니라</a:t>
            </a:r>
            <a:r>
              <a:rPr lang="en-US" altLang="ko-KR" dirty="0"/>
              <a:t>, </a:t>
            </a:r>
            <a:r>
              <a:rPr lang="ko-KR" altLang="en-US" dirty="0"/>
              <a:t>학습 데이터에 대해서만 편향되게 학습된 것처럼 보인다</a:t>
            </a:r>
            <a:r>
              <a:rPr lang="en-US" altLang="ko-KR" dirty="0"/>
              <a:t>. </a:t>
            </a:r>
            <a:r>
              <a:rPr lang="ko-KR" altLang="en-US" dirty="0"/>
              <a:t>이처럼 주어진 데이터에 대해서 편향된</a:t>
            </a:r>
            <a:r>
              <a:rPr lang="en-US" altLang="ko-KR" dirty="0"/>
              <a:t>/</a:t>
            </a:r>
            <a:r>
              <a:rPr lang="ko-KR" altLang="en-US" dirty="0" err="1"/>
              <a:t>오버피팅된</a:t>
            </a:r>
            <a:r>
              <a:rPr lang="ko-KR" altLang="en-US" dirty="0"/>
              <a:t> 데이터가 아니라 일반화된 성능을 얻을 필요가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52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047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912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300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418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444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733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1732-B3E6-4875-899F-67B131D93ED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6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46A74-C4A4-C4BA-A3F9-5200C3F7D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E3F6F2-821D-97C0-4195-096AC333B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3903CE-8F48-B634-F595-30821FC7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6832-7666-4B7F-9874-7A400CBC122C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756BF-1DDA-6166-D32C-227561C6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613BB-7A7F-511F-6B6C-CF3D332E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3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8C277-E08D-4CEB-0CF2-BDD260FD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7CDA8-64A1-A310-6E77-F4DCB6B2B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F8268B-D357-94E4-B07E-77AE1BD3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DFCB-E384-40AB-AA39-10522B636785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5B348-1135-44F1-C3F6-17E07ED1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5503C-373A-2CC0-BB74-3381A71E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68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C275C-46B5-6528-81EE-4D57E7C6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DCA1D7-8B9B-87E0-F2B2-85971A8B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E37B6-DCA1-8C3B-97B8-18E25944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1435-8583-41C4-8B0D-98389B1BBD83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B97E35-5CF5-D7B3-E61E-DC48BF6B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1650CB-25F6-75A1-B5A5-AD5AC3E3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6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D4129-DBD7-EF46-4B8C-75E225C9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F9B716-5234-AACA-E29B-AF343B08C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1D85DB-AA90-B895-6533-25AECD0D4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8DE018-7699-08AE-CAD6-F59294BE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54845-414D-451E-9D9A-1790D554953C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E0D5DD-6261-E220-842C-D4BA9BE8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1B81DD-E4C6-9D20-D9A9-4AEC87B5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0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31E1F-418A-4486-F5AB-EF82A71C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0D94C-9DE8-468C-CCB2-A0CBE431A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6DC9CC-523B-36E1-D62D-A8A492F9D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D6032C-36FF-E865-30E0-0FE5171C4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1952BE-ACCF-A2A7-7B04-E0C9F2FF8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21C363-E15A-C88A-37A6-6E85F76F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BEF27-FB8C-4FBD-A49D-6D8029B1D804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29BA9B-06AC-0ECE-32FF-E45C615D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BCF71F-29E7-EB79-7AC1-13E8CC57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49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5A5B5-AF1B-6C34-2601-4AE14C73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D4B191-3928-EA4B-D0F2-BC7F1083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69589-09AB-4FFE-AA85-663CC4D63DAD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073CBB-1894-EC40-B534-27E4688D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9E58C7-2BF7-EB98-6EF8-31E1C90F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096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685B4C-1DB3-85B0-CBF6-68685E7D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46BF-A70B-47F7-8251-C6AA2040E39F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9E1F84-140E-34D9-B906-32B1ED21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5CE38F-D97D-2A50-DC63-89E3FC61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943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41923-7BDC-495B-FC13-99553E6A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42481-C6CE-99A4-4ACF-C10C3C564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33C94-4031-4588-4932-8670B9728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E09CA-3E71-D60C-3FF3-A9F2A40B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88AA7-C95C-4A83-B832-AD74140F9E9B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B77AB-99FC-FA4B-3F43-AF194C28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DBDB07-A001-C4A5-B044-F642558B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7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51773-A71E-73C1-556E-0CD85EE1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4BC881C-5B99-B174-8B8F-E83D4EF94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956BD4-3569-DA19-9126-5188F826B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6850AD-A4A2-86E6-1487-584187AC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471E-8754-4EF8-85E7-015D3807516C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1E4E6A-BE49-68D4-8448-E4CA9EAE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5509ED-C501-967A-F04B-8972A575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36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69C14-6B00-3E9F-AC04-113CE52D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6DBD2F-A3D6-B76D-7ADE-4B00C0B65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FCF5-6D3D-0A24-15D0-99EBA9C9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10273-FDF2-4003-A93A-0DD2E8ADA91E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EF872-439C-079D-6DC4-79B3F69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5782A-1949-4AB4-57E6-A73F9888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81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EA6EF1-DB4F-642D-17FE-B686FAF51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86E3E0-D006-260A-1267-8C202A843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4C5F1-E052-60D9-1887-E95C96BD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49B85-2768-4C25-ACA9-3AD5F4C903FC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D72FCA-1CFB-22EC-64F1-3824770C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7D969-13B5-2773-7486-A6FB4EB9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99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38142A-ED6B-0242-F89A-A921A681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36476-20DB-5517-65D7-123627DF3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045E1-B3E9-E0AD-3C55-EBDF05E4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0009-64FE-40B8-B920-8FFCBC61DF2D}" type="datetime1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AD1292-88E2-821C-ECCB-03BCB8AB1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3ACE5-FF4F-119E-D342-6B4E653AD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4ECE6-60FC-4EDA-9935-27D3266B01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8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FAD1A-1B81-67E3-09C9-4050DEE1C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313" y="1122363"/>
            <a:ext cx="10863469" cy="2387600"/>
          </a:xfrm>
        </p:spPr>
        <p:txBody>
          <a:bodyPr/>
          <a:lstStyle/>
          <a:p>
            <a:r>
              <a:rPr lang="en-US" altLang="ko-KR" sz="7200" b="1" i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Narrow</a:t>
            </a:r>
            <a:r>
              <a:rPr lang="en-US" altLang="ko-KR" sz="72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Learning </a:t>
            </a:r>
            <a:br>
              <a:rPr lang="en-US" altLang="ko-KR" sz="60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48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with MLP &amp; CNN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7A8BFF-9822-F8EB-2DB5-7CAB02F1B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82945"/>
          </a:xfrm>
        </p:spPr>
        <p:txBody>
          <a:bodyPr/>
          <a:lstStyle/>
          <a:p>
            <a:r>
              <a:rPr lang="en-US" altLang="ko-KR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ko-KR" alt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밑바닥부터 시작하는 딥러닝 </a:t>
            </a:r>
            <a:r>
              <a:rPr lang="en-US" altLang="ko-KR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1&gt; </a:t>
            </a:r>
            <a:r>
              <a:rPr lang="ko-KR" alt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연구 발표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005489-8081-EF6A-6E12-E98F8BF9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4B054-C4ED-CB9C-6E68-0EDE4D3644EB}"/>
              </a:ext>
            </a:extLst>
          </p:cNvPr>
          <p:cNvSpPr txBox="1"/>
          <p:nvPr/>
        </p:nvSpPr>
        <p:spPr>
          <a:xfrm>
            <a:off x="8474765" y="5340144"/>
            <a:ext cx="3014870" cy="79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23544">
              <a:spcAft>
                <a:spcPts val="600"/>
              </a:spcAft>
            </a:pPr>
            <a:r>
              <a:rPr lang="ko-KR" altLang="en-US" sz="20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언어학과 </a:t>
            </a:r>
            <a:r>
              <a:rPr lang="en-US" altLang="ko-KR" sz="20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2018131605</a:t>
            </a:r>
          </a:p>
          <a:p>
            <a:pPr algn="r" defTabSz="923544">
              <a:spcAft>
                <a:spcPts val="600"/>
              </a:spcAft>
            </a:pPr>
            <a:r>
              <a:rPr lang="ko-KR" altLang="en-US" sz="20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원종빈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022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8D269-A0A0-13AF-6A4E-7599BFC6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u="sng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95039-F464-D3EF-8A41-82A2CEA79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ko-KR" altLang="en-US" sz="3600" dirty="0" err="1"/>
              <a:t>퍼셉트론과</a:t>
            </a:r>
            <a:r>
              <a:rPr lang="ko-KR" altLang="en-US" sz="3600" dirty="0"/>
              <a:t> </a:t>
            </a:r>
            <a:r>
              <a:rPr lang="en-US" altLang="ko-KR" sz="3600" dirty="0"/>
              <a:t>MLP: </a:t>
            </a:r>
            <a:r>
              <a:rPr lang="ko-KR" altLang="en-US" sz="3600" dirty="0"/>
              <a:t>활성화 함수와 데이터 </a:t>
            </a:r>
            <a:r>
              <a:rPr lang="ko-KR" altLang="en-US" sz="3600" dirty="0" err="1"/>
              <a:t>전처리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3600" dirty="0"/>
              <a:t>II.</a:t>
            </a:r>
            <a:r>
              <a:rPr lang="ko-KR" altLang="en-US" sz="3600" dirty="0"/>
              <a:t> 학습 관련 기술들</a:t>
            </a:r>
            <a:r>
              <a:rPr lang="en-US" altLang="ko-KR" sz="3600" dirty="0"/>
              <a:t>: </a:t>
            </a:r>
            <a:r>
              <a:rPr lang="ko-KR" altLang="en-US" sz="3600" dirty="0"/>
              <a:t>가중치 초기화와 </a:t>
            </a:r>
            <a:r>
              <a:rPr lang="ko-KR" altLang="en-US" sz="3600" dirty="0" err="1"/>
              <a:t>드랍아웃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3600" dirty="0"/>
              <a:t>III. MLP</a:t>
            </a:r>
            <a:r>
              <a:rPr lang="ko-KR" altLang="en-US" sz="3600" dirty="0"/>
              <a:t>에서 </a:t>
            </a:r>
            <a:r>
              <a:rPr lang="en-US" altLang="ko-KR" sz="3600" dirty="0"/>
              <a:t>CNN</a:t>
            </a:r>
            <a:r>
              <a:rPr lang="ko-KR" altLang="en-US" sz="3600" dirty="0"/>
              <a:t>으로</a:t>
            </a:r>
            <a:r>
              <a:rPr lang="en-US" altLang="ko-KR" sz="3600" dirty="0"/>
              <a:t> &amp; </a:t>
            </a:r>
            <a:r>
              <a:rPr lang="ko-KR" altLang="en-US" sz="3600" dirty="0"/>
              <a:t>코드 성능 최적화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3600" dirty="0"/>
              <a:t>IV. </a:t>
            </a:r>
            <a:r>
              <a:rPr lang="ko-KR" altLang="en-US" sz="3600" dirty="0"/>
              <a:t>느낀 점 및 추가 연구 계획</a:t>
            </a:r>
            <a:endParaRPr lang="en-US" altLang="ko-KR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64BF92-1ABB-B510-EB54-E7F144CC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10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E97F0-4CB7-1B06-69DE-2141948C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u="sng" dirty="0"/>
              <a:t>I.</a:t>
            </a:r>
            <a:r>
              <a:rPr lang="ko-KR" altLang="en-US" u="sng" dirty="0"/>
              <a:t> </a:t>
            </a:r>
            <a:r>
              <a:rPr lang="ko-KR" altLang="en-US" sz="6000" u="sng" dirty="0" err="1"/>
              <a:t>퍼셉트론과</a:t>
            </a:r>
            <a:r>
              <a:rPr lang="ko-KR" altLang="en-US" sz="6000" u="sng" dirty="0"/>
              <a:t> </a:t>
            </a:r>
            <a:r>
              <a:rPr lang="en-US" altLang="ko-KR" sz="6000" u="sng" dirty="0"/>
              <a:t>MLP</a:t>
            </a:r>
            <a:br>
              <a:rPr lang="en-US" altLang="ko-KR" sz="6000" dirty="0"/>
            </a:br>
            <a:r>
              <a:rPr lang="en-US" altLang="ko-KR" sz="4000" u="sng" dirty="0"/>
              <a:t>: </a:t>
            </a:r>
            <a:r>
              <a:rPr lang="ko-KR" altLang="en-US" sz="4000" u="sng" dirty="0"/>
              <a:t>활성화 함수와 데이터 </a:t>
            </a:r>
            <a:r>
              <a:rPr lang="ko-KR" altLang="en-US" sz="4000" u="sng" dirty="0" err="1"/>
              <a:t>전처리</a:t>
            </a:r>
            <a:br>
              <a:rPr lang="en-US" altLang="ko-KR" sz="6000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A08DC-30A4-3771-B6BB-9B64A274A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4562475"/>
            <a:ext cx="10515600" cy="1500187"/>
          </a:xfrm>
        </p:spPr>
        <p:txBody>
          <a:bodyPr/>
          <a:lstStyle/>
          <a:p>
            <a:r>
              <a:rPr lang="en-US" altLang="ko-KR" sz="2400" dirty="0">
                <a:solidFill>
                  <a:schemeClr val="tx1"/>
                </a:solidFill>
              </a:rPr>
              <a:t>1. </a:t>
            </a:r>
            <a:r>
              <a:rPr lang="ko-KR" altLang="en-US" sz="2400" dirty="0">
                <a:solidFill>
                  <a:schemeClr val="tx1"/>
                </a:solidFill>
              </a:rPr>
              <a:t>활성화 </a:t>
            </a:r>
            <a:r>
              <a:rPr lang="ko-KR" altLang="en-US" sz="2400" dirty="0" err="1">
                <a:solidFill>
                  <a:schemeClr val="tx1"/>
                </a:solidFill>
              </a:rPr>
              <a:t>함수별</a:t>
            </a:r>
            <a:r>
              <a:rPr lang="ko-KR" altLang="en-US" sz="2400" dirty="0">
                <a:solidFill>
                  <a:schemeClr val="tx1"/>
                </a:solidFill>
              </a:rPr>
              <a:t> 정확도 비교 실험</a:t>
            </a:r>
            <a:endParaRPr lang="en-US" altLang="ko-KR" sz="24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데이터 </a:t>
            </a:r>
            <a:r>
              <a:rPr lang="ko-KR" altLang="en-US" dirty="0" err="1">
                <a:solidFill>
                  <a:schemeClr val="tx1"/>
                </a:solidFill>
              </a:rPr>
              <a:t>전처리</a:t>
            </a:r>
            <a:r>
              <a:rPr lang="ko-KR" altLang="en-US" dirty="0">
                <a:solidFill>
                  <a:schemeClr val="tx1"/>
                </a:solidFill>
              </a:rPr>
              <a:t> 방법에 따른 정확도 비교 실험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86995-7C58-7C6A-EAA7-2647A645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2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CD28D-588C-584F-E8FF-D5491F5F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6558F-D7B4-BE59-669F-7A8B6666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567370-6F7E-B6A6-BD15-D576D4B910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209576"/>
            <a:ext cx="3853872" cy="296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7CB7FF2-5740-5FFB-9B8A-CA1DDB984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273" y="2209576"/>
            <a:ext cx="4487270" cy="29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645183-2803-F02F-ED91-A778F4B49C58}"/>
                  </a:ext>
                </a:extLst>
              </p:cNvPr>
              <p:cNvSpPr txBox="1"/>
              <p:nvPr/>
            </p:nvSpPr>
            <p:spPr>
              <a:xfrm flipH="1">
                <a:off x="492744" y="5250719"/>
                <a:ext cx="45447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𝑾𝑿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ko-KR" altLang="en-US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645183-2803-F02F-ED91-A778F4B49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2744" y="5250719"/>
                <a:ext cx="45447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98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0C179-72FB-F985-70C7-E11BE9F7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9B781E2-BCC7-5E9B-79EF-112FAC877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02777"/>
                <a:ext cx="10515600" cy="5197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ko-KR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bg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chemeClr val="bg2">
                        <a:lumMod val="75000"/>
                      </a:schemeClr>
                    </a:solidFill>
                  </a:rPr>
                  <a:t>=</a:t>
                </a:r>
                <a:r>
                  <a:rPr lang="en-US" altLang="ko-KR" b="1" dirty="0">
                    <a:solidFill>
                      <a:schemeClr val="bg2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b="1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b="1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9B781E2-BCC7-5E9B-79EF-112FAC877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02777"/>
                <a:ext cx="10515600" cy="519794"/>
              </a:xfrm>
              <a:blipFill>
                <a:blip r:embed="rId3"/>
                <a:stretch>
                  <a:fillRect t="-1976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4AD52-05A0-9DD9-649A-4AB46D2A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C4A6729-2DF1-EE59-C5FB-8A47349B225D}"/>
              </a:ext>
            </a:extLst>
          </p:cNvPr>
          <p:cNvSpPr txBox="1">
            <a:spLocks/>
          </p:cNvSpPr>
          <p:nvPr/>
        </p:nvSpPr>
        <p:spPr>
          <a:xfrm>
            <a:off x="221058" y="1690687"/>
            <a:ext cx="5304313" cy="3154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ctr">
              <a:buAutoNum type="arabicPeriod"/>
            </a:pPr>
            <a:r>
              <a:rPr lang="ko-KR" altLang="en-US" dirty="0"/>
              <a:t>단층 </a:t>
            </a:r>
            <a:r>
              <a:rPr lang="ko-KR" altLang="en-US" dirty="0" err="1"/>
              <a:t>퍼셉트론을</a:t>
            </a:r>
            <a:r>
              <a:rPr lang="ko-KR" altLang="en-US" dirty="0"/>
              <a:t> 여러 층 쌓기</a:t>
            </a: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6E8F0B-9696-9EE8-EA5C-A1C8900C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100" y="2181281"/>
            <a:ext cx="3218999" cy="291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11E0D01-824B-6A90-0E27-97375514E45F}"/>
              </a:ext>
            </a:extLst>
          </p:cNvPr>
          <p:cNvSpPr txBox="1">
            <a:spLocks/>
          </p:cNvSpPr>
          <p:nvPr/>
        </p:nvSpPr>
        <p:spPr>
          <a:xfrm>
            <a:off x="5525371" y="1690687"/>
            <a:ext cx="5072743" cy="3154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US" altLang="ko-KR" b="1" u="sng" dirty="0"/>
              <a:t>2. </a:t>
            </a:r>
            <a:r>
              <a:rPr lang="ko-KR" altLang="en-US" b="1" u="sng" dirty="0"/>
              <a:t>비선형층</a:t>
            </a:r>
            <a:r>
              <a:rPr lang="en-US" altLang="ko-KR" b="1" u="sng" dirty="0"/>
              <a:t>(</a:t>
            </a:r>
            <a:r>
              <a:rPr lang="ko-KR" altLang="en-US" b="1" u="sng" dirty="0"/>
              <a:t>활성화 함수</a:t>
            </a:r>
            <a:r>
              <a:rPr lang="en-US" altLang="ko-KR" b="1" u="sng" dirty="0"/>
              <a:t>)</a:t>
            </a:r>
          </a:p>
        </p:txBody>
      </p:sp>
      <p:pic>
        <p:nvPicPr>
          <p:cNvPr id="9" name="그림 8" descr="원, 라인, 디자인이(가) 표시된 사진&#10;&#10;자동 생성된 설명">
            <a:extLst>
              <a:ext uri="{FF2B5EF4-FFF2-40B4-BE49-F238E27FC236}">
                <a16:creationId xmlns:a16="http://schemas.microsoft.com/office/drawing/2014/main" id="{59F38FEA-E27E-880F-6C15-3774FFD412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86" y="2346676"/>
            <a:ext cx="3831653" cy="274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8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5B3544-FF20-5431-05C1-00B2A9C13C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30" y="1750685"/>
            <a:ext cx="32367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D253E9C-DDF3-CD22-B503-A29F6DCA0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586" y="1804987"/>
            <a:ext cx="313372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4186CF-8AD8-5713-4D2F-728D4FE42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812" y="4376737"/>
            <a:ext cx="3305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D72D381-7F39-836D-5BD9-6AD67D427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065" y="1804987"/>
            <a:ext cx="30384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70463A4-776B-0859-FD96-FF9174461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455" y="4229099"/>
            <a:ext cx="35433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30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FE48B-D124-F80E-29C4-CF12EA0FC6C0}"/>
              </a:ext>
            </a:extLst>
          </p:cNvPr>
          <p:cNvSpPr txBox="1"/>
          <p:nvPr/>
        </p:nvSpPr>
        <p:spPr>
          <a:xfrm>
            <a:off x="597568" y="1609576"/>
            <a:ext cx="103591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u="sng" dirty="0"/>
              <a:t>데이터셋 개요</a:t>
            </a:r>
            <a:endParaRPr lang="en-US" altLang="ko-KR" sz="28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MNIST</a:t>
            </a:r>
            <a:r>
              <a:rPr lang="ko-KR" altLang="en-US" sz="2800" dirty="0"/>
              <a:t> </a:t>
            </a:r>
            <a:r>
              <a:rPr lang="en-US" altLang="ko-KR" sz="2800" dirty="0"/>
              <a:t>(1*28*28. 60,000 data/10 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 err="1"/>
              <a:t>FashionMNIST</a:t>
            </a:r>
            <a:r>
              <a:rPr lang="en-US" altLang="ko-KR" sz="2800" dirty="0"/>
              <a:t> (1*28*28. 60,000 data/10 classes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b="1" u="sng" dirty="0"/>
              <a:t>CIFAR-10 (3*32*32. 60,000/10 classes)</a:t>
            </a:r>
          </a:p>
        </p:txBody>
      </p:sp>
      <p:pic>
        <p:nvPicPr>
          <p:cNvPr id="1026" name="Picture 2" descr="Fashion MNIST with Python Keras and Deep Learning - GeeksforGeeks">
            <a:extLst>
              <a:ext uri="{FF2B5EF4-FFF2-40B4-BE49-F238E27FC236}">
                <a16:creationId xmlns:a16="http://schemas.microsoft.com/office/drawing/2014/main" id="{AF51F6BD-0BE2-DB3F-72CF-0D19D48CA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587" y="3709471"/>
            <a:ext cx="3522141" cy="2646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66DE184-0CC5-CC56-62FD-A4F398B1A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54"/>
          <a:stretch/>
        </p:blipFill>
        <p:spPr bwMode="auto">
          <a:xfrm>
            <a:off x="8410003" y="3428999"/>
            <a:ext cx="3024080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Develop a CNN for MNIST Handwritten Digit Classification -  MachineLearningMastery.com">
            <a:extLst>
              <a:ext uri="{FF2B5EF4-FFF2-40B4-BE49-F238E27FC236}">
                <a16:creationId xmlns:a16="http://schemas.microsoft.com/office/drawing/2014/main" id="{B1C6C62F-D3E3-0D74-6AA2-6F40398EF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8" y="3344346"/>
            <a:ext cx="4198039" cy="314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 descr="텍스트, 램프, 스크린샷, 디자인이(가) 표시된 사진&#10;&#10;자동 생성된 설명">
            <a:extLst>
              <a:ext uri="{FF2B5EF4-FFF2-40B4-BE49-F238E27FC236}">
                <a16:creationId xmlns:a16="http://schemas.microsoft.com/office/drawing/2014/main" id="{9EA00DDB-7441-B838-A391-1462C8787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4335"/>
            <a:ext cx="10658812" cy="31805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335E2A-13E6-70CF-FEA7-DDB4973AE6D7}"/>
              </a:ext>
            </a:extLst>
          </p:cNvPr>
          <p:cNvSpPr txBox="1"/>
          <p:nvPr/>
        </p:nvSpPr>
        <p:spPr>
          <a:xfrm>
            <a:off x="838200" y="1897076"/>
            <a:ext cx="9766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u="sng" dirty="0"/>
              <a:t>모델 개요</a:t>
            </a:r>
            <a:r>
              <a:rPr lang="en-US" altLang="ko-KR" sz="2800" b="1" u="sng" dirty="0"/>
              <a:t>: 2</a:t>
            </a:r>
            <a:r>
              <a:rPr lang="ko-KR" altLang="en-US" sz="2800" b="1" u="sng" dirty="0"/>
              <a:t>층 </a:t>
            </a:r>
            <a:r>
              <a:rPr lang="ko-KR" altLang="en-US" sz="2800" b="1" u="sng" dirty="0" err="1"/>
              <a:t>퍼셉트론</a:t>
            </a:r>
            <a:r>
              <a:rPr lang="ko-KR" altLang="en-US" sz="2800" b="1" u="sng" dirty="0"/>
              <a:t> 구조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05065C3-3A56-D251-56B4-8F046F7FFF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903" y="6078248"/>
            <a:ext cx="822547" cy="54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28B4BAB-07C9-B555-3FB5-63928185C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936" y="6073284"/>
            <a:ext cx="796360" cy="54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E119AD3-4D4E-EB74-8DF9-FA1ADC5B9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183" y="6079660"/>
            <a:ext cx="839930" cy="54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A8B76FA1-F7B1-0BAE-4011-105D4A396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542" y="6082081"/>
            <a:ext cx="772154" cy="54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B1A09E-195F-5CAF-0C5A-C87840F69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586" y="6073284"/>
            <a:ext cx="844600" cy="58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양쪽 중괄호 11">
            <a:extLst>
              <a:ext uri="{FF2B5EF4-FFF2-40B4-BE49-F238E27FC236}">
                <a16:creationId xmlns:a16="http://schemas.microsoft.com/office/drawing/2014/main" id="{2078A997-5BC7-9249-7799-E2452FE8604E}"/>
              </a:ext>
            </a:extLst>
          </p:cNvPr>
          <p:cNvSpPr/>
          <p:nvPr/>
        </p:nvSpPr>
        <p:spPr>
          <a:xfrm>
            <a:off x="3016142" y="5986841"/>
            <a:ext cx="5844209" cy="817278"/>
          </a:xfrm>
          <a:prstGeom prst="brace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AA8B0EC9-05D1-B2B0-7110-5E379F419EF7}"/>
              </a:ext>
            </a:extLst>
          </p:cNvPr>
          <p:cNvCxnSpPr>
            <a:cxnSpLocks/>
            <a:endCxn id="8" idx="2"/>
          </p:cNvCxnSpPr>
          <p:nvPr/>
        </p:nvCxnSpPr>
        <p:spPr>
          <a:xfrm rot="5400000" flipH="1" flipV="1">
            <a:off x="5942162" y="5805847"/>
            <a:ext cx="306398" cy="144490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902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FE48B-D124-F80E-29C4-CF12EA0FC6C0}"/>
              </a:ext>
            </a:extLst>
          </p:cNvPr>
          <p:cNvSpPr txBox="1"/>
          <p:nvPr/>
        </p:nvSpPr>
        <p:spPr>
          <a:xfrm>
            <a:off x="838200" y="1813770"/>
            <a:ext cx="109658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u="sng" dirty="0"/>
              <a:t>학습 방법</a:t>
            </a:r>
            <a:endParaRPr lang="en-US" altLang="ko-KR" sz="3200" b="1" u="sng" dirty="0"/>
          </a:p>
          <a:p>
            <a:endParaRPr lang="en-US" altLang="ko-KR" sz="14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반복횟수</a:t>
            </a:r>
            <a:r>
              <a:rPr lang="en-US" altLang="ko-KR" sz="2800" dirty="0"/>
              <a:t>: 10,000</a:t>
            </a:r>
            <a:r>
              <a:rPr lang="ko-KR" altLang="en-US" sz="2800" dirty="0"/>
              <a:t>회 </a:t>
            </a:r>
            <a:r>
              <a:rPr lang="en-US" altLang="ko-KR" sz="2800" dirty="0"/>
              <a:t>(</a:t>
            </a:r>
            <a:r>
              <a:rPr lang="ko-KR" altLang="en-US" sz="2800" dirty="0"/>
              <a:t>단</a:t>
            </a:r>
            <a:r>
              <a:rPr lang="en-US" altLang="ko-KR" sz="2800" dirty="0"/>
              <a:t>, CIFAR-10</a:t>
            </a:r>
            <a:r>
              <a:rPr lang="ko-KR" altLang="en-US" sz="2800" dirty="0"/>
              <a:t>은</a:t>
            </a:r>
            <a:r>
              <a:rPr lang="en-US" altLang="ko-KR" sz="2800" dirty="0"/>
              <a:t> 50,000</a:t>
            </a:r>
            <a:r>
              <a:rPr lang="ko-KR" altLang="en-US" sz="2800" dirty="0"/>
              <a:t>회</a:t>
            </a:r>
            <a:r>
              <a:rPr lang="en-US" altLang="ko-KR" sz="2800" dirty="0"/>
              <a:t>)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배치크기</a:t>
            </a:r>
            <a:r>
              <a:rPr lang="en-US" altLang="ko-KR" sz="2800" dirty="0"/>
              <a:t>: 100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학습방법</a:t>
            </a:r>
            <a:r>
              <a:rPr lang="en-US" altLang="ko-KR" sz="2800" dirty="0"/>
              <a:t>/</a:t>
            </a:r>
            <a:r>
              <a:rPr lang="ko-KR" altLang="en-US" sz="2800" dirty="0" err="1"/>
              <a:t>학습률</a:t>
            </a:r>
            <a:r>
              <a:rPr lang="en-US" altLang="ko-KR" sz="2800" dirty="0"/>
              <a:t>: cross entropy error</a:t>
            </a:r>
            <a:r>
              <a:rPr lang="ko-KR" altLang="en-US" sz="2800" dirty="0"/>
              <a:t>를 통한</a:t>
            </a:r>
            <a:r>
              <a:rPr lang="en-US" altLang="ko-KR" sz="2800" dirty="0"/>
              <a:t> </a:t>
            </a:r>
            <a:r>
              <a:rPr lang="ko-KR" altLang="en-US" sz="2800" dirty="0" err="1"/>
              <a:t>역전파</a:t>
            </a:r>
            <a:r>
              <a:rPr lang="en-US" altLang="ko-KR" sz="2800" dirty="0"/>
              <a:t>/0.1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최적화 기법</a:t>
            </a:r>
            <a:r>
              <a:rPr lang="en-US" altLang="ko-KR" sz="2800" dirty="0"/>
              <a:t>: SGD(Stochastic Gradients Descent)</a:t>
            </a:r>
          </a:p>
          <a:p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가중치 초기화</a:t>
            </a:r>
            <a:r>
              <a:rPr lang="en-US" altLang="ko-KR" sz="2800" dirty="0"/>
              <a:t>: </a:t>
            </a:r>
            <a:r>
              <a:rPr lang="ko-KR" altLang="en-US" sz="2800" dirty="0"/>
              <a:t>분산이 </a:t>
            </a:r>
            <a:r>
              <a:rPr lang="en-US" altLang="ko-KR" sz="2800" dirty="0"/>
              <a:t>0.01</a:t>
            </a:r>
            <a:r>
              <a:rPr lang="ko-KR" altLang="en-US" sz="2800" dirty="0"/>
              <a:t>인 정규분포로 무작위 초기화</a:t>
            </a:r>
            <a:endParaRPr lang="en-US" altLang="ko-K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7797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3DF91-F1E9-C324-9032-3CD476D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u="sng" dirty="0"/>
              <a:t>1. </a:t>
            </a:r>
            <a:r>
              <a:rPr lang="ko-KR" altLang="en-US" sz="4400" u="sng" dirty="0"/>
              <a:t>활성화 </a:t>
            </a:r>
            <a:r>
              <a:rPr lang="ko-KR" altLang="en-US" sz="4400" u="sng" dirty="0" err="1"/>
              <a:t>함수별</a:t>
            </a:r>
            <a:r>
              <a:rPr lang="ko-KR" altLang="en-US" sz="4400" u="sng" dirty="0"/>
              <a:t> 정확도 비교 실험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74AD4-635C-E6C7-8A99-5D08ED89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E1DFC-D636-8462-88D5-A02FE79C36CC}"/>
              </a:ext>
            </a:extLst>
          </p:cNvPr>
          <p:cNvSpPr txBox="1"/>
          <p:nvPr/>
        </p:nvSpPr>
        <p:spPr>
          <a:xfrm>
            <a:off x="8929298" y="5170072"/>
            <a:ext cx="2346819" cy="336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 Dataset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90299BE-C035-CFA4-6154-DD3039FA1B62}"/>
              </a:ext>
            </a:extLst>
          </p:cNvPr>
          <p:cNvGrpSpPr/>
          <p:nvPr/>
        </p:nvGrpSpPr>
        <p:grpSpPr>
          <a:xfrm>
            <a:off x="4215547" y="1687928"/>
            <a:ext cx="3870580" cy="3818350"/>
            <a:chOff x="1410075" y="1690688"/>
            <a:chExt cx="4941947" cy="4150230"/>
          </a:xfrm>
        </p:grpSpPr>
        <p:pic>
          <p:nvPicPr>
            <p:cNvPr id="5" name="그림 4" descr="텍스트, 스크린샷, 라인, 그래프이(가) 표시된 사진&#10;&#10;자동 생성된 설명">
              <a:extLst>
                <a:ext uri="{FF2B5EF4-FFF2-40B4-BE49-F238E27FC236}">
                  <a16:creationId xmlns:a16="http://schemas.microsoft.com/office/drawing/2014/main" id="{E17AA9C1-079C-9FAB-4363-4ADDF21DD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075" y="1690688"/>
              <a:ext cx="4941947" cy="377647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7E21E1-25BC-67FC-938E-81639A18FC03}"/>
                </a:ext>
              </a:extLst>
            </p:cNvPr>
            <p:cNvSpPr txBox="1"/>
            <p:nvPr/>
          </p:nvSpPr>
          <p:spPr>
            <a:xfrm>
              <a:off x="2430867" y="5471586"/>
              <a:ext cx="2853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FashionMNIST</a:t>
              </a:r>
              <a:endParaRPr lang="ko-KR" altLang="en-US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A244237-09D7-43F4-91E7-25E334E71EDF}"/>
              </a:ext>
            </a:extLst>
          </p:cNvPr>
          <p:cNvGrpSpPr/>
          <p:nvPr/>
        </p:nvGrpSpPr>
        <p:grpSpPr>
          <a:xfrm>
            <a:off x="12837" y="1695584"/>
            <a:ext cx="3943749" cy="3810694"/>
            <a:chOff x="187006" y="2394584"/>
            <a:chExt cx="5183421" cy="427231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BB866F-32BF-FB54-E71A-64C4D9F4C153}"/>
                </a:ext>
              </a:extLst>
            </p:cNvPr>
            <p:cNvSpPr txBox="1"/>
            <p:nvPr/>
          </p:nvSpPr>
          <p:spPr>
            <a:xfrm>
              <a:off x="1334379" y="6297566"/>
              <a:ext cx="2888673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MNIST Dataset</a:t>
              </a:r>
              <a:endParaRPr lang="ko-KR" altLang="en-US" dirty="0"/>
            </a:p>
          </p:txBody>
        </p:sp>
        <p:pic>
          <p:nvPicPr>
            <p:cNvPr id="14" name="그림 13" descr="텍스트, 스크린샷, 라인, 그래프이(가) 표시된 사진&#10;&#10;자동 생성된 설명">
              <a:extLst>
                <a:ext uri="{FF2B5EF4-FFF2-40B4-BE49-F238E27FC236}">
                  <a16:creationId xmlns:a16="http://schemas.microsoft.com/office/drawing/2014/main" id="{60835F04-E374-7DF2-9C16-DDF541BEB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006" y="2394584"/>
              <a:ext cx="5183421" cy="391362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E78BEC5-659B-DB51-F1C4-7BF07B2B2248}"/>
              </a:ext>
            </a:extLst>
          </p:cNvPr>
          <p:cNvSpPr txBox="1"/>
          <p:nvPr/>
        </p:nvSpPr>
        <p:spPr>
          <a:xfrm>
            <a:off x="2100641" y="5800248"/>
            <a:ext cx="8100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>
                <a:sym typeface="Wingdings" panose="05000000000000000000" pitchFamily="2" charset="2"/>
              </a:rPr>
              <a:t>Step-function</a:t>
            </a:r>
            <a:r>
              <a:rPr lang="ko-KR" altLang="en-US" b="1" dirty="0">
                <a:sym typeface="Wingdings" panose="05000000000000000000" pitchFamily="2" charset="2"/>
              </a:rPr>
              <a:t> 역시 역전파가 가능한가</a:t>
            </a:r>
            <a:r>
              <a:rPr lang="en-US" altLang="ko-KR" b="1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dirty="0">
                <a:sym typeface="Wingdings" panose="05000000000000000000" pitchFamily="2" charset="2"/>
              </a:rPr>
              <a:t>의외로 데이터셋이 간단할 때에는 </a:t>
            </a:r>
            <a:r>
              <a:rPr lang="en-US" altLang="ko-KR" b="1" dirty="0">
                <a:sym typeface="Wingdings" panose="05000000000000000000" pitchFamily="2" charset="2"/>
              </a:rPr>
              <a:t>over-fitting </a:t>
            </a:r>
            <a:r>
              <a:rPr lang="ko-KR" altLang="en-US" b="1" dirty="0">
                <a:sym typeface="Wingdings" panose="05000000000000000000" pitchFamily="2" charset="2"/>
              </a:rPr>
              <a:t>현상이 발생하지 않는다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b="1" u="sng" dirty="0">
                <a:sym typeface="Wingdings" panose="05000000000000000000" pitchFamily="2" charset="2"/>
              </a:rPr>
              <a:t>로그꼴의 그래프 구조</a:t>
            </a:r>
            <a:r>
              <a:rPr lang="en-US" altLang="ko-KR" b="1" u="sng" dirty="0">
                <a:sym typeface="Wingdings" panose="05000000000000000000" pitchFamily="2" charset="2"/>
              </a:rPr>
              <a:t>. MLP </a:t>
            </a:r>
            <a:r>
              <a:rPr lang="ko-KR" altLang="en-US" b="1" u="sng" dirty="0">
                <a:sym typeface="Wingdings" panose="05000000000000000000" pitchFamily="2" charset="2"/>
              </a:rPr>
              <a:t>구조의 한계</a:t>
            </a:r>
            <a:r>
              <a:rPr lang="en-US" altLang="ko-KR" b="1" u="sng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ko-KR" altLang="en-US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CFD8172-2C3A-B725-85E0-B88A65AE4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088" y="1687928"/>
            <a:ext cx="3656244" cy="345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1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DEB9B-105D-A039-3AED-237C9E0F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u="sng" dirty="0">
                <a:solidFill>
                  <a:schemeClr val="tx1"/>
                </a:solidFill>
              </a:rPr>
              <a:t>2. </a:t>
            </a:r>
            <a:r>
              <a:rPr lang="ko-KR" altLang="en-US" sz="4000" u="sng" dirty="0">
                <a:solidFill>
                  <a:schemeClr val="tx1"/>
                </a:solidFill>
              </a:rPr>
              <a:t>데이터 전처리에 따른 정확도 비교 실험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C4DFF-CBA4-79F4-C41A-20D0019D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u="sng" dirty="0"/>
              <a:t>데이터셋 </a:t>
            </a:r>
            <a:r>
              <a:rPr lang="ko-KR" altLang="en-US" b="1" u="sng" dirty="0" err="1"/>
              <a:t>전처리</a:t>
            </a:r>
            <a:r>
              <a:rPr lang="ko-KR" altLang="en-US" b="1" u="sng" dirty="0"/>
              <a:t> 방법</a:t>
            </a:r>
            <a:endParaRPr lang="en-US" altLang="ko-KR" b="1" u="sng" dirty="0"/>
          </a:p>
          <a:p>
            <a:pPr marL="0" indent="0">
              <a:buNone/>
            </a:pPr>
            <a:endParaRPr lang="en-US" altLang="ko-KR" sz="1600" u="sng" dirty="0"/>
          </a:p>
          <a:p>
            <a:r>
              <a:rPr lang="ko-KR" altLang="en-US" dirty="0"/>
              <a:t>원본 데이터</a:t>
            </a:r>
            <a:r>
              <a:rPr lang="en-US" altLang="ko-KR" dirty="0"/>
              <a:t>: 0~255</a:t>
            </a:r>
            <a:r>
              <a:rPr lang="ko-KR" altLang="en-US" dirty="0"/>
              <a:t>사이의 값</a:t>
            </a:r>
            <a:endParaRPr lang="en-US" altLang="ko-KR" dirty="0"/>
          </a:p>
          <a:p>
            <a:pPr marL="0" indent="0">
              <a:buNone/>
            </a:pPr>
            <a:endParaRPr lang="en-US" altLang="ko-KR" sz="1600" dirty="0"/>
          </a:p>
          <a:p>
            <a:r>
              <a:rPr lang="ko-KR" altLang="en-US" dirty="0"/>
              <a:t>교재의 </a:t>
            </a:r>
            <a:r>
              <a:rPr lang="ko-KR" altLang="en-US" dirty="0" err="1"/>
              <a:t>전처리</a:t>
            </a:r>
            <a:r>
              <a:rPr lang="ko-KR" altLang="en-US" dirty="0"/>
              <a:t> 방법</a:t>
            </a:r>
            <a:r>
              <a:rPr lang="en-US" altLang="ko-KR" dirty="0"/>
              <a:t>: </a:t>
            </a:r>
            <a:r>
              <a:rPr lang="ko-KR" altLang="en-US" dirty="0"/>
              <a:t>원본데이터 </a:t>
            </a:r>
            <a:r>
              <a:rPr lang="en-US" altLang="ko-KR" dirty="0"/>
              <a:t>/ 255.0</a:t>
            </a:r>
          </a:p>
          <a:p>
            <a:endParaRPr lang="en-US" altLang="ko-KR" sz="1600" dirty="0"/>
          </a:p>
          <a:p>
            <a:r>
              <a:rPr lang="ko-KR" altLang="en-US" b="1" u="sng" dirty="0"/>
              <a:t>추가적으로 활용한 </a:t>
            </a:r>
            <a:r>
              <a:rPr lang="ko-KR" altLang="en-US" b="1" u="sng" dirty="0" err="1"/>
              <a:t>전처리</a:t>
            </a:r>
            <a:r>
              <a:rPr lang="ko-KR" altLang="en-US" b="1" u="sng" dirty="0"/>
              <a:t> 방법</a:t>
            </a:r>
            <a:r>
              <a:rPr lang="en-US" altLang="ko-KR" b="1" u="sng" dirty="0"/>
              <a:t>: z-</a:t>
            </a:r>
            <a:r>
              <a:rPr lang="ko-KR" altLang="en-US" b="1" u="sng" dirty="0"/>
              <a:t>점수 정규화</a:t>
            </a:r>
          </a:p>
          <a:p>
            <a:pPr marL="914400" lvl="2" indent="0">
              <a:buNone/>
            </a:pPr>
            <a:endParaRPr lang="en-US" altLang="ko-KR" sz="1600" b="1" i="1" u="sng" dirty="0">
              <a:latin typeface="Cambria Math" panose="02040503050406030204" pitchFamily="18" charset="0"/>
            </a:endParaRPr>
          </a:p>
          <a:p>
            <a:pPr marL="914400" lvl="2" indent="0">
              <a:buNone/>
            </a:pPr>
            <a:endParaRPr lang="en-US" altLang="ko-KR" sz="3500" b="0" dirty="0"/>
          </a:p>
          <a:p>
            <a:pPr marL="914400" lvl="2" indent="0">
              <a:buNone/>
            </a:pPr>
            <a:endParaRPr lang="ko-KR" altLang="en-US" sz="3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67456B-1373-7E7C-CFBA-A19C7B866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44" y="1329385"/>
            <a:ext cx="2963616" cy="209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71F9945E-822A-86AD-A41B-54D11EE51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044" y="3890928"/>
            <a:ext cx="3035517" cy="210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A3B3A-28EE-ABFA-B4D9-BBCC00A98FB3}"/>
                  </a:ext>
                </a:extLst>
              </p:cNvPr>
              <p:cNvSpPr txBox="1"/>
              <p:nvPr/>
            </p:nvSpPr>
            <p:spPr>
              <a:xfrm>
                <a:off x="2277979" y="4943567"/>
                <a:ext cx="4957010" cy="1245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A3B3A-28EE-ABFA-B4D9-BBCC00A9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979" y="4943567"/>
                <a:ext cx="4957010" cy="12457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30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DDEB9B-105D-A039-3AED-237C9E0F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40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ko-KR" altLang="en-US" sz="40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데이터 전처리에 따른 정확도 비교 실험</a:t>
            </a:r>
            <a:endParaRPr lang="en-US" altLang="ko-KR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그림 12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1408F264-9572-9CD7-C904-43A1449DF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106" y="1498255"/>
            <a:ext cx="2939621" cy="2248811"/>
          </a:xfrm>
          <a:prstGeom prst="rect">
            <a:avLst/>
          </a:prstGeom>
        </p:spPr>
      </p:pic>
      <p:pic>
        <p:nvPicPr>
          <p:cNvPr id="19" name="그림 18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2CFFA93D-60E1-2836-61E6-7C61A1749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577" y="3891915"/>
            <a:ext cx="2939621" cy="2248811"/>
          </a:xfrm>
          <a:prstGeom prst="rect">
            <a:avLst/>
          </a:prstGeom>
        </p:spPr>
      </p:pic>
      <p:pic>
        <p:nvPicPr>
          <p:cNvPr id="15" name="그림 14" descr="텍스트, 그래프, 라인, 도표이(가) 표시된 사진&#10;&#10;자동 생성된 설명">
            <a:extLst>
              <a:ext uri="{FF2B5EF4-FFF2-40B4-BE49-F238E27FC236}">
                <a16:creationId xmlns:a16="http://schemas.microsoft.com/office/drawing/2014/main" id="{CEC137F1-3F9F-763B-6BC0-E98B55DB9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644" y="3871795"/>
            <a:ext cx="2939621" cy="2248811"/>
          </a:xfrm>
          <a:prstGeom prst="rect">
            <a:avLst/>
          </a:prstGeom>
        </p:spPr>
      </p:pic>
      <p:pic>
        <p:nvPicPr>
          <p:cNvPr id="9" name="내용 개체 틀 8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975B8F73-73EF-8702-116C-B9E7F034E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48" y="1498255"/>
            <a:ext cx="2978557" cy="224881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4134ECE6-60FC-4EDA-9935-27D3266B0144}" type="slidenum">
              <a:rPr lang="en-US" altLang="ko-KR" smtClean="0"/>
              <a:pPr latinLnBrk="0">
                <a:spcAft>
                  <a:spcPts val="600"/>
                </a:spcAft>
              </a:pPr>
              <a:t>12</a:t>
            </a:fld>
            <a:endParaRPr lang="en-US" altLang="ko-K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0A22F9-AD68-FCC6-C7AB-B5ECB6EB2CF1}"/>
              </a:ext>
            </a:extLst>
          </p:cNvPr>
          <p:cNvSpPr txBox="1"/>
          <p:nvPr/>
        </p:nvSpPr>
        <p:spPr>
          <a:xfrm rot="10800000">
            <a:off x="119122" y="1834939"/>
            <a:ext cx="461665" cy="19121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dirty="0"/>
              <a:t>normalized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58FDE0-597D-23A7-B025-B5C2DC52F293}"/>
              </a:ext>
            </a:extLst>
          </p:cNvPr>
          <p:cNvSpPr txBox="1"/>
          <p:nvPr/>
        </p:nvSpPr>
        <p:spPr>
          <a:xfrm rot="10800000">
            <a:off x="119123" y="4063630"/>
            <a:ext cx="461665" cy="19121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b="1" dirty="0"/>
              <a:t>Not</a:t>
            </a:r>
            <a:r>
              <a:rPr lang="en-US" altLang="ko-KR" dirty="0"/>
              <a:t> normalized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188B71-554F-2329-06B9-59D9D23EC988}"/>
              </a:ext>
            </a:extLst>
          </p:cNvPr>
          <p:cNvSpPr txBox="1"/>
          <p:nvPr/>
        </p:nvSpPr>
        <p:spPr>
          <a:xfrm>
            <a:off x="1074319" y="6235740"/>
            <a:ext cx="204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MNIST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4988F6-063E-6541-0F70-6A4C2942928A}"/>
              </a:ext>
            </a:extLst>
          </p:cNvPr>
          <p:cNvSpPr txBox="1"/>
          <p:nvPr/>
        </p:nvSpPr>
        <p:spPr>
          <a:xfrm>
            <a:off x="5067342" y="6235740"/>
            <a:ext cx="204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FashionMNIST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97A72B-29C4-E966-9294-49B3305E00DA}"/>
              </a:ext>
            </a:extLst>
          </p:cNvPr>
          <p:cNvSpPr txBox="1"/>
          <p:nvPr/>
        </p:nvSpPr>
        <p:spPr>
          <a:xfrm>
            <a:off x="8958467" y="6235740"/>
            <a:ext cx="204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  <a:endParaRPr lang="ko-KR" altLang="en-US" dirty="0"/>
          </a:p>
        </p:txBody>
      </p:sp>
      <p:pic>
        <p:nvPicPr>
          <p:cNvPr id="26" name="그림 25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B6017CC7-492F-3AE6-48AD-66A2B4663C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15" y="3919140"/>
            <a:ext cx="2939621" cy="22488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F093B39-1B04-67D5-A174-D04B13734A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1946" y="1519046"/>
            <a:ext cx="2915614" cy="222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1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DDEB9B-105D-A039-3AED-237C9E0F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4000" u="sng"/>
              <a:t>2. </a:t>
            </a:r>
            <a:r>
              <a:rPr lang="ko-KR" altLang="en-US" sz="4000" u="sng"/>
              <a:t>데이터 전처리에 따른 정확도 비교 실험</a:t>
            </a:r>
            <a:endParaRPr lang="en-US" altLang="ko-KR" sz="4000"/>
          </a:p>
        </p:txBody>
      </p:sp>
      <p:pic>
        <p:nvPicPr>
          <p:cNvPr id="6" name="그림 5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44FC0161-38C5-28DE-DB90-1D6546D34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71" y="1891242"/>
            <a:ext cx="3797536" cy="2905115"/>
          </a:xfrm>
          <a:prstGeom prst="rect">
            <a:avLst/>
          </a:prstGeom>
        </p:spPr>
      </p:pic>
      <p:pic>
        <p:nvPicPr>
          <p:cNvPr id="17" name="그림 16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A4568EB4-1305-9C9D-7402-4DB2A0A09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98" y="1891244"/>
            <a:ext cx="3797536" cy="290511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2BDA7-C806-E83B-16D7-FDBB43CF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4134ECE6-60FC-4EDA-9935-27D3266B0144}" type="slidenum">
              <a:rPr lang="en-US" altLang="ko-KR" smtClean="0"/>
              <a:pPr latinLnBrk="0">
                <a:spcAft>
                  <a:spcPts val="600"/>
                </a:spcAft>
              </a:pPr>
              <a:t>13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3DF1B-4306-171D-3CD3-379BEB3A255B}"/>
              </a:ext>
            </a:extLst>
          </p:cNvPr>
          <p:cNvSpPr txBox="1"/>
          <p:nvPr/>
        </p:nvSpPr>
        <p:spPr>
          <a:xfrm>
            <a:off x="1437447" y="4919870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Not</a:t>
            </a:r>
            <a:r>
              <a:rPr lang="en-US" altLang="ko-KR" dirty="0"/>
              <a:t> normalized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85A5E-3275-86B8-23DE-7315AFCA26F4}"/>
              </a:ext>
            </a:extLst>
          </p:cNvPr>
          <p:cNvSpPr txBox="1"/>
          <p:nvPr/>
        </p:nvSpPr>
        <p:spPr>
          <a:xfrm>
            <a:off x="9256983" y="4919869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Z-scored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74FF90-9874-BCED-08F6-DE50D762BB82}"/>
              </a:ext>
            </a:extLst>
          </p:cNvPr>
          <p:cNvSpPr txBox="1"/>
          <p:nvPr/>
        </p:nvSpPr>
        <p:spPr>
          <a:xfrm>
            <a:off x="1907152" y="5894685"/>
            <a:ext cx="8845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 err="1">
                <a:sym typeface="Wingdings" panose="05000000000000000000" pitchFamily="2" charset="2"/>
              </a:rPr>
              <a:t>ReLU</a:t>
            </a:r>
            <a:r>
              <a:rPr lang="en-US" altLang="ko-KR" b="1" dirty="0"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ym typeface="Wingdings" panose="05000000000000000000" pitchFamily="2" charset="2"/>
              </a:rPr>
              <a:t>계열의 함수를 사용할 때에는 데이터 정규화가 필수적이다</a:t>
            </a:r>
            <a:r>
              <a:rPr lang="en-US" altLang="ko-KR" b="1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b="1" dirty="0">
                <a:sym typeface="Wingdings" panose="05000000000000000000" pitchFamily="2" charset="2"/>
              </a:rPr>
              <a:t>Z-</a:t>
            </a:r>
            <a:r>
              <a:rPr lang="ko-KR" altLang="en-US" b="1" dirty="0">
                <a:sym typeface="Wingdings" panose="05000000000000000000" pitchFamily="2" charset="2"/>
              </a:rPr>
              <a:t>점수 </a:t>
            </a:r>
            <a:r>
              <a:rPr lang="en-US" altLang="ko-KR" b="1" dirty="0">
                <a:sym typeface="Wingdings" panose="05000000000000000000" pitchFamily="2" charset="2"/>
              </a:rPr>
              <a:t>+ Leaky </a:t>
            </a:r>
            <a:r>
              <a:rPr lang="en-US" altLang="ko-KR" b="1" dirty="0" err="1">
                <a:sym typeface="Wingdings" panose="05000000000000000000" pitchFamily="2" charset="2"/>
              </a:rPr>
              <a:t>ReLU</a:t>
            </a:r>
            <a:r>
              <a:rPr lang="ko-KR" altLang="en-US" b="1" dirty="0">
                <a:sym typeface="Wingdings" panose="05000000000000000000" pitchFamily="2" charset="2"/>
              </a:rPr>
              <a:t> 조합을 통해 잘 학습시킬 수 있다</a:t>
            </a:r>
            <a:r>
              <a:rPr lang="en-US" altLang="ko-KR" b="1" dirty="0">
                <a:sym typeface="Wingdings" panose="05000000000000000000" pitchFamily="2" charset="2"/>
              </a:rPr>
              <a:t>!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AC7023-D2AF-575C-904B-1588EA197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717" y="1891242"/>
            <a:ext cx="3794116" cy="2899343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E73D34-55C9-3275-BFD4-983EAC0DF28B}"/>
              </a:ext>
            </a:extLst>
          </p:cNvPr>
          <p:cNvCxnSpPr>
            <a:cxnSpLocks/>
          </p:cNvCxnSpPr>
          <p:nvPr/>
        </p:nvCxnSpPr>
        <p:spPr>
          <a:xfrm>
            <a:off x="4721087" y="2882347"/>
            <a:ext cx="730526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834742-12C5-F536-5A5D-2B8E1C8940D0}"/>
              </a:ext>
            </a:extLst>
          </p:cNvPr>
          <p:cNvSpPr txBox="1"/>
          <p:nvPr/>
        </p:nvSpPr>
        <p:spPr>
          <a:xfrm>
            <a:off x="5316273" y="4931370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b="1" dirty="0"/>
              <a:t>normalized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2447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3249C-55C6-C8F9-6097-7E9325E5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/>
              <a:t>II.</a:t>
            </a:r>
            <a:r>
              <a:rPr lang="ko-KR" altLang="en-US" sz="6000" dirty="0"/>
              <a:t> 학습 관련 기술들</a:t>
            </a:r>
            <a:r>
              <a:rPr lang="en-US" altLang="ko-KR" sz="6000" dirty="0"/>
              <a:t>: </a:t>
            </a:r>
            <a:br>
              <a:rPr lang="en-US" altLang="ko-KR" sz="6000" dirty="0"/>
            </a:br>
            <a:r>
              <a:rPr lang="ko-KR" altLang="en-US" sz="6000" dirty="0"/>
              <a:t>가중치 초기화와 학습 최적화</a:t>
            </a:r>
            <a:br>
              <a:rPr lang="en-US" altLang="ko-KR" sz="6000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99CC2B-74AA-22E4-2333-B2537B6FA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가중치 초기화 기법 비교</a:t>
            </a:r>
            <a:endParaRPr lang="en-US" altLang="ko-KR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테스트셋에 대한 학습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C314CF-7FD4-9A57-4693-770D9B7D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871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원뿔, 일러스트레이션이(가) 표시된 사진&#10;&#10;자동 생성된 설명">
            <a:extLst>
              <a:ext uri="{FF2B5EF4-FFF2-40B4-BE49-F238E27FC236}">
                <a16:creationId xmlns:a16="http://schemas.microsoft.com/office/drawing/2014/main" id="{76684CBF-34DD-2364-43BB-B932B34FF7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4" r="18814"/>
          <a:stretch/>
        </p:blipFill>
        <p:spPr>
          <a:xfrm>
            <a:off x="7394675" y="3674855"/>
            <a:ext cx="4797325" cy="31831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D1246C-97E5-7AF8-10CB-1EA496D1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</a:t>
            </a:r>
            <a:r>
              <a:rPr lang="ko-KR" altLang="en-US" u="sng" dirty="0"/>
              <a:t>가중치 초기화 기법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C0B25-1733-3C79-6F10-731DF9E3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내용 개체 틀 45">
                <a:extLst>
                  <a:ext uri="{FF2B5EF4-FFF2-40B4-BE49-F238E27FC236}">
                    <a16:creationId xmlns:a16="http://schemas.microsoft.com/office/drawing/2014/main" id="{C2EA8D42-CB33-8A52-6710-472875C677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지금까지 사용한 초기화 기법</a:t>
                </a:r>
                <a:r>
                  <a:rPr lang="en-US" altLang="ko-KR" dirty="0"/>
                  <a:t>: </a:t>
                </a:r>
                <a:r>
                  <a:rPr lang="en-US" altLang="ko-KR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(0, 0.01)}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Sigmoid </a:t>
                </a:r>
                <a:r>
                  <a:rPr lang="ko-KR" altLang="en-US" dirty="0"/>
                  <a:t>계열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Xavier </a:t>
                </a:r>
                <a:r>
                  <a:rPr lang="ko-KR" altLang="en-US" dirty="0">
                    <a:sym typeface="Wingdings" panose="05000000000000000000" pitchFamily="2" charset="2"/>
                  </a:rPr>
                  <a:t>초기화 </a:t>
                </a:r>
                <a:r>
                  <a:rPr lang="en-US" altLang="ko-KR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(0, 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)}</m:t>
                    </m:r>
                  </m:oMath>
                </a14:m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en-US" altLang="ko-KR" dirty="0" err="1"/>
                  <a:t>ReLU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계열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He </a:t>
                </a:r>
                <a:r>
                  <a:rPr lang="ko-KR" altLang="en-US" dirty="0">
                    <a:sym typeface="Wingdings" panose="05000000000000000000" pitchFamily="2" charset="2"/>
                  </a:rPr>
                  <a:t>초기화 </a:t>
                </a:r>
                <a:r>
                  <a:rPr lang="en-US" altLang="ko-KR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(0, 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)}</m:t>
                    </m:r>
                  </m:oMath>
                </a14:m>
                <a:endParaRPr lang="en-US" altLang="ko-KR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ko-KR" sz="1200" dirty="0">
                  <a:sym typeface="Wingdings" panose="05000000000000000000" pitchFamily="2" charset="2"/>
                </a:endParaRPr>
              </a:p>
              <a:p>
                <a:pPr lvl="1">
                  <a:buFont typeface="Wingdings" panose="05000000000000000000" pitchFamily="2" charset="2"/>
                  <a:buChar char="è"/>
                </a:pPr>
                <a:r>
                  <a:rPr lang="ko-KR" altLang="en-US" b="1" u="sng" dirty="0">
                    <a:sym typeface="Wingdings" panose="05000000000000000000" pitchFamily="2" charset="2"/>
                  </a:rPr>
                  <a:t> 표준편차를 증가시키면 더 좋은 결과가 나올까</a:t>
                </a:r>
                <a:r>
                  <a:rPr lang="en-US" altLang="ko-KR" b="1" u="sng" dirty="0">
                    <a:sym typeface="Wingdings" panose="05000000000000000000" pitchFamily="2" charset="2"/>
                  </a:rPr>
                  <a:t>?</a:t>
                </a:r>
              </a:p>
              <a:p>
                <a:pPr lvl="2">
                  <a:buFont typeface="Wingdings" panose="05000000000000000000" pitchFamily="2" charset="2"/>
                  <a:buChar char="è"/>
                </a:pP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en-US" altLang="ko-KR" sz="3200" dirty="0">
                    <a:sym typeface="Wingdings" panose="05000000000000000000" pitchFamily="2" charset="2"/>
                  </a:rPr>
                  <a:t>he4 </a:t>
                </a:r>
                <a:r>
                  <a:rPr lang="ko-KR" altLang="en-US" sz="3200" dirty="0">
                    <a:sym typeface="Wingdings" panose="05000000000000000000" pitchFamily="2" charset="2"/>
                  </a:rPr>
                  <a:t>초기화</a:t>
                </a:r>
                <a:r>
                  <a:rPr lang="en-US" altLang="ko-KR" sz="3200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n-US" altLang="ko-KR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(0, </m:t>
                    </m:r>
                    <m:rad>
                      <m:radPr>
                        <m:degHide m:val="on"/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ko-KR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𝟒</m:t>
                            </m:r>
                          </m:num>
                          <m:den>
                            <m:r>
                              <a:rPr lang="en-US" altLang="ko-KR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ko-KR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)} </m:t>
                    </m:r>
                    <m:r>
                      <a:rPr lang="ko-KR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실</m:t>
                    </m:r>
                  </m:oMath>
                </a14:m>
                <a:r>
                  <a:rPr lang="ko-KR" altLang="en-US" sz="3200" dirty="0">
                    <a:sym typeface="Wingdings" panose="05000000000000000000" pitchFamily="2" charset="2"/>
                  </a:rPr>
                  <a:t>험</a:t>
                </a:r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6" name="내용 개체 틀 45">
                <a:extLst>
                  <a:ext uri="{FF2B5EF4-FFF2-40B4-BE49-F238E27FC236}">
                    <a16:creationId xmlns:a16="http://schemas.microsoft.com/office/drawing/2014/main" id="{C2EA8D42-CB33-8A52-6710-472875C67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25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A173C-1487-0433-EB4E-04D2417E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</a:t>
            </a:r>
            <a:r>
              <a:rPr lang="ko-KR" altLang="en-US" u="sng" dirty="0"/>
              <a:t>가중치 초기화 기법 비교</a:t>
            </a:r>
            <a:endParaRPr lang="ko-KR" altLang="en-US" dirty="0"/>
          </a:p>
        </p:txBody>
      </p:sp>
      <p:pic>
        <p:nvPicPr>
          <p:cNvPr id="9" name="내용 개체 틀 8" descr="텍스트, 그래프, 스크린샷, 라인이(가) 표시된 사진&#10;&#10;자동 생성된 설명">
            <a:extLst>
              <a:ext uri="{FF2B5EF4-FFF2-40B4-BE49-F238E27FC236}">
                <a16:creationId xmlns:a16="http://schemas.microsoft.com/office/drawing/2014/main" id="{60CDDBC4-3080-A676-2965-6100A08BA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66" y="1773824"/>
            <a:ext cx="5001778" cy="38222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ECEC1-760F-2192-C17F-678E0801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1A495C-E095-0618-6979-3DBFF0554C29}"/>
              </a:ext>
            </a:extLst>
          </p:cNvPr>
          <p:cNvGrpSpPr/>
          <p:nvPr/>
        </p:nvGrpSpPr>
        <p:grpSpPr>
          <a:xfrm>
            <a:off x="785848" y="1736499"/>
            <a:ext cx="5100886" cy="4501226"/>
            <a:chOff x="8588819" y="1594669"/>
            <a:chExt cx="4295186" cy="3869555"/>
          </a:xfrm>
        </p:grpSpPr>
        <p:pic>
          <p:nvPicPr>
            <p:cNvPr id="6" name="그림 5" descr="텍스트, 라인, 그래프, 스크린샷이(가) 표시된 사진&#10;&#10;자동 생성된 설명">
              <a:extLst>
                <a:ext uri="{FF2B5EF4-FFF2-40B4-BE49-F238E27FC236}">
                  <a16:creationId xmlns:a16="http://schemas.microsoft.com/office/drawing/2014/main" id="{EEC02830-42EC-5DED-C484-4AEFDF8C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8819" y="1594669"/>
              <a:ext cx="4295186" cy="32858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D8FBFD-788C-3D17-5C1A-1E916FF3CA37}"/>
                </a:ext>
              </a:extLst>
            </p:cNvPr>
            <p:cNvSpPr txBox="1"/>
            <p:nvPr/>
          </p:nvSpPr>
          <p:spPr>
            <a:xfrm>
              <a:off x="9722620" y="4908595"/>
              <a:ext cx="2027583" cy="555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CIFAR-10</a:t>
              </a:r>
            </a:p>
            <a:p>
              <a:pPr algn="ctr"/>
              <a:r>
                <a:rPr lang="en-US" altLang="ko-KR" dirty="0"/>
                <a:t>std 0.01</a:t>
              </a:r>
              <a:endParaRPr lang="ko-KR" alt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39AA55-A921-3D78-7A29-7D9614E106B6}"/>
              </a:ext>
            </a:extLst>
          </p:cNvPr>
          <p:cNvSpPr txBox="1"/>
          <p:nvPr/>
        </p:nvSpPr>
        <p:spPr>
          <a:xfrm>
            <a:off x="7602194" y="5558698"/>
            <a:ext cx="2407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dirty="0"/>
              <a:t>with other initializers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03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1246C-97E5-7AF8-10CB-1EA496D1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</a:t>
            </a:r>
            <a:r>
              <a:rPr lang="ko-KR" altLang="en-US" u="sng" dirty="0"/>
              <a:t>가중치 초기화 기법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C0B25-1733-3C79-6F10-731DF9E3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77DE4C-7947-F768-97CA-ECBD5CFC9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92" y="1830152"/>
            <a:ext cx="1095954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è"/>
            </a:pPr>
            <a:r>
              <a:rPr lang="ko-KR" altLang="en-US" dirty="0"/>
              <a:t>트레인 셋에 대한 정확도가 향상되긴 하였으나</a:t>
            </a:r>
            <a:r>
              <a:rPr lang="en-US" altLang="ko-KR" dirty="0"/>
              <a:t>, </a:t>
            </a:r>
            <a:r>
              <a:rPr lang="en-US" altLang="ko-KR" b="1" u="sng"/>
              <a:t>over-fitted!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dirty="0"/>
              <a:t> Narrow NN</a:t>
            </a:r>
            <a:r>
              <a:rPr lang="ko-KR" altLang="en-US" dirty="0"/>
              <a:t>에서 가중치초기화 </a:t>
            </a:r>
            <a:r>
              <a:rPr lang="ko-KR" altLang="en-US" dirty="0" err="1"/>
              <a:t>기법별</a:t>
            </a:r>
            <a:r>
              <a:rPr lang="ko-KR" altLang="en-US" dirty="0"/>
              <a:t> 차이는 두드러지지 않음</a:t>
            </a:r>
            <a:endParaRPr lang="en-US" altLang="ko-KR" dirty="0"/>
          </a:p>
          <a:p>
            <a:pPr marL="0" indent="0">
              <a:buNone/>
            </a:pPr>
            <a:endParaRPr lang="en-US" altLang="ko-KR" sz="900" dirty="0"/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ko-KR" dirty="0"/>
              <a:t>He </a:t>
            </a:r>
            <a:r>
              <a:rPr lang="ko-KR" altLang="en-US" dirty="0"/>
              <a:t>초기화기법의 분산을 증가시켜도</a:t>
            </a:r>
            <a:r>
              <a:rPr lang="en-US" altLang="ko-KR" dirty="0"/>
              <a:t>, </a:t>
            </a:r>
            <a:r>
              <a:rPr lang="ko-KR" altLang="en-US" dirty="0"/>
              <a:t>더 성능이 향상되지는 않는다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ko-KR" altLang="en-US" dirty="0"/>
              <a:t>그러나 층이 깊어질 경우</a:t>
            </a:r>
            <a:r>
              <a:rPr lang="en-US" altLang="ko-KR" dirty="0"/>
              <a:t>, </a:t>
            </a:r>
            <a:r>
              <a:rPr lang="ko-KR" altLang="en-US" dirty="0"/>
              <a:t>기울기 소실이 발생할 수 있을 것 같다</a:t>
            </a:r>
            <a:r>
              <a:rPr lang="en-US" altLang="ko-KR" dirty="0"/>
              <a:t>!</a:t>
            </a:r>
          </a:p>
        </p:txBody>
      </p:sp>
      <p:pic>
        <p:nvPicPr>
          <p:cNvPr id="3" name="그림 2" descr="텍스트, 스크린샷, 라인, 평행이(가) 표시된 사진&#10;&#10;자동 생성된 설명">
            <a:extLst>
              <a:ext uri="{FF2B5EF4-FFF2-40B4-BE49-F238E27FC236}">
                <a16:creationId xmlns:a16="http://schemas.microsoft.com/office/drawing/2014/main" id="{C53B9557-3EA2-103F-5FF2-E77795929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60" y="3858180"/>
            <a:ext cx="3817728" cy="2863296"/>
          </a:xfrm>
          <a:prstGeom prst="rect">
            <a:avLst/>
          </a:prstGeom>
        </p:spPr>
      </p:pic>
      <p:pic>
        <p:nvPicPr>
          <p:cNvPr id="6" name="그림 5" descr="텍스트, 그래프, 스크린샷, 라인이(가) 표시된 사진&#10;&#10;자동 생성된 설명">
            <a:extLst>
              <a:ext uri="{FF2B5EF4-FFF2-40B4-BE49-F238E27FC236}">
                <a16:creationId xmlns:a16="http://schemas.microsoft.com/office/drawing/2014/main" id="{5BD07D8F-A3F0-8904-C199-5B0D4F43B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768" y="3858179"/>
            <a:ext cx="3817728" cy="2863296"/>
          </a:xfrm>
          <a:prstGeom prst="rect">
            <a:avLst/>
          </a:prstGeom>
        </p:spPr>
      </p:pic>
      <p:pic>
        <p:nvPicPr>
          <p:cNvPr id="7" name="그림 6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7D02D184-B0C8-5E66-E895-2C3A546147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476" y="3858179"/>
            <a:ext cx="3817728" cy="286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3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3DF53-6C2F-BE7A-F56A-C1F3A5E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 </a:t>
            </a:r>
            <a:r>
              <a:rPr lang="ko-KR" altLang="en-US" u="sng" dirty="0"/>
              <a:t>테스트셋에 대한 학습 최적화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E69FE-D2BB-FA8F-B7D0-D98157C4B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u="sng" dirty="0"/>
              <a:t>Over-fitting vs. Generalization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AB514-A509-C589-B4EE-5B030A9B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26" name="Picture 2" descr="Dropout | NLP with Deep Learning">
            <a:extLst>
              <a:ext uri="{FF2B5EF4-FFF2-40B4-BE49-F238E27FC236}">
                <a16:creationId xmlns:a16="http://schemas.microsoft.com/office/drawing/2014/main" id="{7AA34077-09DA-213F-7F1E-25B0FCA3B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631" y="1466072"/>
            <a:ext cx="4179277" cy="231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D79610-274C-4C85-5706-6C8E1D2D4521}"/>
                  </a:ext>
                </a:extLst>
              </p:cNvPr>
              <p:cNvSpPr txBox="1"/>
              <p:nvPr/>
            </p:nvSpPr>
            <p:spPr>
              <a:xfrm>
                <a:off x="7174523" y="4524100"/>
                <a:ext cx="4179277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D79610-274C-4C85-5706-6C8E1D2D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23" y="4524100"/>
                <a:ext cx="4179277" cy="907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778CABE-B427-49AF-DAB6-F3D2A34E1E22}"/>
              </a:ext>
            </a:extLst>
          </p:cNvPr>
          <p:cNvSpPr txBox="1"/>
          <p:nvPr/>
        </p:nvSpPr>
        <p:spPr>
          <a:xfrm>
            <a:off x="8448960" y="3735240"/>
            <a:ext cx="1858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Drop-out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C9239-7F9E-5803-9BC7-B2816CBA405D}"/>
              </a:ext>
            </a:extLst>
          </p:cNvPr>
          <p:cNvSpPr txBox="1"/>
          <p:nvPr/>
        </p:nvSpPr>
        <p:spPr>
          <a:xfrm>
            <a:off x="8672383" y="5481240"/>
            <a:ext cx="1858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Weight Decay (L2 Norm)</a:t>
            </a:r>
            <a:endParaRPr lang="ko-KR" altLang="en-US" dirty="0"/>
          </a:p>
        </p:txBody>
      </p:sp>
      <p:pic>
        <p:nvPicPr>
          <p:cNvPr id="8" name="내용 개체 틀 8" descr="텍스트, 그래프, 스크린샷, 라인이(가) 표시된 사진&#10;&#10;자동 생성된 설명">
            <a:extLst>
              <a:ext uri="{FF2B5EF4-FFF2-40B4-BE49-F238E27FC236}">
                <a16:creationId xmlns:a16="http://schemas.microsoft.com/office/drawing/2014/main" id="{EF72B902-07FE-E505-CF33-F6840C1F5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88" y="2269070"/>
            <a:ext cx="5290496" cy="4042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47EDB-775A-2C0D-4CCA-77D3D25FEE77}"/>
              </a:ext>
            </a:extLst>
          </p:cNvPr>
          <p:cNvSpPr txBox="1"/>
          <p:nvPr/>
        </p:nvSpPr>
        <p:spPr>
          <a:xfrm>
            <a:off x="1640316" y="6274574"/>
            <a:ext cx="2407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dirty="0"/>
              <a:t>with other initializers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59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F7CF80-626D-B3B2-44A0-90981CE9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5200" u="sng" dirty="0"/>
              <a:t>2. </a:t>
            </a:r>
            <a:r>
              <a:rPr lang="ko-KR" altLang="en-US" sz="5200" u="sng" dirty="0"/>
              <a:t>테스트셋에 대한 학습 최적화</a:t>
            </a:r>
            <a:endParaRPr lang="en-US" altLang="ko-KR" sz="5200" dirty="0"/>
          </a:p>
        </p:txBody>
      </p:sp>
      <p:pic>
        <p:nvPicPr>
          <p:cNvPr id="6" name="내용 개체 틀 5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5F727C88-CDCF-A08E-343D-FFF2AF66F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381" y="1885417"/>
            <a:ext cx="3797536" cy="2905115"/>
          </a:xfrm>
          <a:prstGeom prst="rect">
            <a:avLst/>
          </a:prstGeom>
        </p:spPr>
      </p:pic>
      <p:pic>
        <p:nvPicPr>
          <p:cNvPr id="8" name="그림 7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1D8048F3-CEC7-996F-A005-E2CD36D94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551" y="1885418"/>
            <a:ext cx="3797536" cy="290511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4A707-A381-C3D7-ED6B-70CCE399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4134ECE6-60FC-4EDA-9935-27D3266B0144}" type="slidenum">
              <a:rPr lang="en-US" altLang="ko-KR" smtClean="0"/>
              <a:pPr latinLnBrk="0">
                <a:spcAft>
                  <a:spcPts val="600"/>
                </a:spcAft>
              </a:pPr>
              <a:t>19</a:t>
            </a:fld>
            <a:endParaRPr lang="en-US" altLang="ko-KR"/>
          </a:p>
        </p:txBody>
      </p:sp>
      <p:pic>
        <p:nvPicPr>
          <p:cNvPr id="14" name="내용 개체 틀 8" descr="텍스트, 그래프, 스크린샷, 라인이(가) 표시된 사진&#10;&#10;자동 생성된 설명">
            <a:extLst>
              <a:ext uri="{FF2B5EF4-FFF2-40B4-BE49-F238E27FC236}">
                <a16:creationId xmlns:a16="http://schemas.microsoft.com/office/drawing/2014/main" id="{4CB51840-A83E-4ACD-D6D7-173A9C5C6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13" y="1885416"/>
            <a:ext cx="3797536" cy="29051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867FE1-B87A-0C92-4B5E-0483E5AD6F6C}"/>
              </a:ext>
            </a:extLst>
          </p:cNvPr>
          <p:cNvSpPr txBox="1"/>
          <p:nvPr/>
        </p:nvSpPr>
        <p:spPr>
          <a:xfrm>
            <a:off x="798533" y="4886373"/>
            <a:ext cx="2564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CIFAR-10</a:t>
            </a:r>
          </a:p>
          <a:p>
            <a:pPr algn="ctr"/>
            <a:r>
              <a:rPr lang="en-US" altLang="ko-KR" dirty="0"/>
              <a:t>with other initializers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E654F2-49EC-419E-F182-9ABBDB7C339D}"/>
              </a:ext>
            </a:extLst>
          </p:cNvPr>
          <p:cNvSpPr txBox="1"/>
          <p:nvPr/>
        </p:nvSpPr>
        <p:spPr>
          <a:xfrm>
            <a:off x="4812327" y="4886373"/>
            <a:ext cx="2564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Drop-out Only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6BD612-27E9-7641-3801-0D32BDEA6C02}"/>
              </a:ext>
            </a:extLst>
          </p:cNvPr>
          <p:cNvSpPr txBox="1"/>
          <p:nvPr/>
        </p:nvSpPr>
        <p:spPr>
          <a:xfrm>
            <a:off x="8686666" y="4886372"/>
            <a:ext cx="2849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Drop-out</a:t>
            </a:r>
          </a:p>
          <a:p>
            <a:pPr algn="ctr"/>
            <a:r>
              <a:rPr lang="en-US" altLang="ko-KR" dirty="0"/>
              <a:t>with weight decay(0.01)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986C39-0E5E-5988-86F3-CF266DA47E5B}"/>
              </a:ext>
            </a:extLst>
          </p:cNvPr>
          <p:cNvSpPr txBox="1"/>
          <p:nvPr/>
        </p:nvSpPr>
        <p:spPr>
          <a:xfrm>
            <a:off x="1318330" y="5752617"/>
            <a:ext cx="9795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Drop-out</a:t>
            </a:r>
            <a:r>
              <a:rPr lang="ko-KR" altLang="en-US" dirty="0">
                <a:sym typeface="Wingdings" panose="05000000000000000000" pitchFamily="2" charset="2"/>
              </a:rPr>
              <a:t>만으로는 일반화 효과가 부족하다</a:t>
            </a:r>
            <a:r>
              <a:rPr lang="en-US" altLang="ko-KR" dirty="0">
                <a:sym typeface="Wingdings" panose="05000000000000000000" pitchFamily="2" charset="2"/>
              </a:rPr>
              <a:t>. (</a:t>
            </a:r>
            <a:r>
              <a:rPr lang="ko-KR" altLang="en-US" dirty="0">
                <a:sym typeface="Wingdings" panose="05000000000000000000" pitchFamily="2" charset="2"/>
              </a:rPr>
              <a:t>특히</a:t>
            </a:r>
            <a:r>
              <a:rPr lang="en-US" altLang="ko-KR" dirty="0">
                <a:sym typeface="Wingdings" panose="05000000000000000000" pitchFamily="2" charset="2"/>
              </a:rPr>
              <a:t>, Narrow NN</a:t>
            </a:r>
            <a:r>
              <a:rPr lang="ko-KR" altLang="en-US" dirty="0">
                <a:sym typeface="Wingdings" panose="05000000000000000000" pitchFamily="2" charset="2"/>
              </a:rPr>
              <a:t>이라 더욱 그러하다</a:t>
            </a:r>
            <a:r>
              <a:rPr lang="en-US" altLang="ko-KR" dirty="0">
                <a:sym typeface="Wingdings" panose="05000000000000000000" pitchFamily="2" charset="2"/>
              </a:rPr>
              <a:t>.)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weight-decay</a:t>
            </a:r>
            <a:r>
              <a:rPr lang="ko-KR" altLang="en-US" dirty="0">
                <a:sym typeface="Wingdings" panose="05000000000000000000" pitchFamily="2" charset="2"/>
              </a:rPr>
              <a:t>는 일반화에는 효과적이나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그만큼 정확도가 하락하기에 유의할 필요가 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여전히 로그꼴의 그래프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정확도 향상에 있어 구조적인 한계점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576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942E5-1304-EBAB-B211-070FCD3D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6000" dirty="0"/>
              <a:t>III. MLP</a:t>
            </a:r>
            <a:r>
              <a:rPr lang="ko-KR" altLang="en-US" sz="6000" dirty="0"/>
              <a:t>에서 </a:t>
            </a:r>
            <a:r>
              <a:rPr lang="en-US" altLang="ko-KR" sz="6000" dirty="0"/>
              <a:t>CNN</a:t>
            </a:r>
            <a:r>
              <a:rPr lang="ko-KR" altLang="en-US" sz="6000" dirty="0"/>
              <a:t>으로</a:t>
            </a:r>
            <a:r>
              <a:rPr lang="en-US" altLang="ko-KR" dirty="0"/>
              <a:t> &amp; </a:t>
            </a:r>
            <a:br>
              <a:rPr lang="en-US" altLang="ko-KR" sz="6000" dirty="0"/>
            </a:br>
            <a:r>
              <a:rPr lang="ko-KR" altLang="en-US" sz="6000" dirty="0"/>
              <a:t>코드 성능 최적화</a:t>
            </a:r>
            <a:br>
              <a:rPr lang="en-US" altLang="ko-KR" sz="6000" dirty="0"/>
            </a:br>
            <a:endParaRPr lang="en-US" altLang="ko-KR" sz="6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90DF8-311A-CA00-811F-99C41E420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>
                <a:solidFill>
                  <a:schemeClr val="tx1"/>
                </a:solidFill>
              </a:rPr>
              <a:t>MLP</a:t>
            </a:r>
            <a:r>
              <a:rPr lang="ko-KR" altLang="en-US" dirty="0">
                <a:solidFill>
                  <a:schemeClr val="tx1"/>
                </a:solidFill>
              </a:rPr>
              <a:t> 구조의 근본적 한계와 </a:t>
            </a:r>
            <a:r>
              <a:rPr lang="en-US" altLang="ko-KR" dirty="0">
                <a:solidFill>
                  <a:schemeClr val="tx1"/>
                </a:solidFill>
              </a:rPr>
              <a:t>CNN</a:t>
            </a:r>
          </a:p>
          <a:p>
            <a:pPr marL="457200" indent="-457200">
              <a:buAutoNum type="arabicPeriod"/>
            </a:pPr>
            <a:r>
              <a:rPr lang="ko-KR" altLang="en-US" dirty="0">
                <a:solidFill>
                  <a:schemeClr val="tx1"/>
                </a:solidFill>
              </a:rPr>
              <a:t>코드 성능 최적화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EFD24-7349-6452-8138-9FD3CDD8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775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2ACB6-AB78-B196-8B67-5F2ECE5D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MLP </a:t>
            </a:r>
            <a:r>
              <a:rPr lang="ko-KR" altLang="en-US" u="sng" dirty="0"/>
              <a:t>구조의 근본적 한계와 </a:t>
            </a:r>
            <a:r>
              <a:rPr lang="en-US" altLang="ko-KR" u="sng" dirty="0"/>
              <a:t>CNN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8D9C6-2153-DE3E-A5B0-C21D90A1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내용 개체 틀 4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B19957E0-11D0-BC5B-CBF0-98B35A6BD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02" y="1690688"/>
            <a:ext cx="5318496" cy="4064226"/>
          </a:xfrm>
          <a:prstGeom prst="rect">
            <a:avLst/>
          </a:prstGeom>
        </p:spPr>
      </p:pic>
      <p:pic>
        <p:nvPicPr>
          <p:cNvPr id="9" name="그림 8" descr="도표, 스케치, 텍스트, 라인이(가) 표시된 사진&#10;&#10;자동 생성된 설명">
            <a:extLst>
              <a:ext uri="{FF2B5EF4-FFF2-40B4-BE49-F238E27FC236}">
                <a16:creationId xmlns:a16="http://schemas.microsoft.com/office/drawing/2014/main" id="{BFB9A7B8-881F-635F-42B0-1F874D6A7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861" y="1427276"/>
            <a:ext cx="5476875" cy="2295525"/>
          </a:xfrm>
          <a:prstGeom prst="rect">
            <a:avLst/>
          </a:prstGeom>
        </p:spPr>
      </p:pic>
      <p:pic>
        <p:nvPicPr>
          <p:cNvPr id="11" name="그림 10" descr="스케치, 도표, 기술 도면, 평면도이(가) 표시된 사진&#10;&#10;자동 생성된 설명">
            <a:extLst>
              <a:ext uri="{FF2B5EF4-FFF2-40B4-BE49-F238E27FC236}">
                <a16:creationId xmlns:a16="http://schemas.microsoft.com/office/drawing/2014/main" id="{51C367EF-6089-4A70-6E34-6177255A1D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861" y="4164013"/>
            <a:ext cx="6296025" cy="2295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57B4DA-48D6-EAE0-7753-025B5E38E8AA}"/>
              </a:ext>
            </a:extLst>
          </p:cNvPr>
          <p:cNvSpPr txBox="1"/>
          <p:nvPr/>
        </p:nvSpPr>
        <p:spPr>
          <a:xfrm>
            <a:off x="1580897" y="5754914"/>
            <a:ext cx="2849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Drop-out</a:t>
            </a:r>
          </a:p>
          <a:p>
            <a:pPr algn="ctr"/>
            <a:r>
              <a:rPr lang="en-US" altLang="ko-KR" dirty="0"/>
              <a:t>with weight decay(0.01)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327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F39E0-F141-7CA2-2A7C-632CEC45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MLP </a:t>
            </a:r>
            <a:r>
              <a:rPr lang="ko-KR" altLang="en-US" u="sng" dirty="0"/>
              <a:t>구조의 근본적 한계와 </a:t>
            </a:r>
            <a:r>
              <a:rPr lang="en-US" altLang="ko-KR" u="sng" dirty="0"/>
              <a:t>CNN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39E672-D286-0D5F-F573-A91D8DC4D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u="sng" dirty="0"/>
              <a:t>모델 개요</a:t>
            </a:r>
            <a:r>
              <a:rPr lang="en-US" altLang="ko-KR" b="1" u="sng" dirty="0"/>
              <a:t>: 1</a:t>
            </a:r>
            <a:r>
              <a:rPr lang="ko-KR" altLang="en-US" b="1" u="sng" dirty="0"/>
              <a:t>개의 </a:t>
            </a:r>
            <a:r>
              <a:rPr lang="en-US" altLang="ko-KR" b="1" u="sng" dirty="0"/>
              <a:t>CNN</a:t>
            </a:r>
            <a:r>
              <a:rPr lang="ko-KR" altLang="en-US" b="1" u="sng" dirty="0"/>
              <a:t>층</a:t>
            </a:r>
            <a:r>
              <a:rPr lang="en-US" altLang="ko-KR" b="1" u="sng" dirty="0"/>
              <a:t>, 2</a:t>
            </a:r>
            <a:r>
              <a:rPr lang="ko-KR" altLang="en-US" b="1" u="sng" dirty="0"/>
              <a:t>개의 </a:t>
            </a:r>
            <a:r>
              <a:rPr lang="en-US" altLang="ko-KR" b="1" u="sng" dirty="0"/>
              <a:t>Affine</a:t>
            </a:r>
            <a:r>
              <a:rPr lang="ko-KR" altLang="en-US" b="1" u="sng" dirty="0"/>
              <a:t>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1A6F22-14AC-0052-9FE3-F6B53F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" name="그림 5" descr="텍스트, 라인, 도표, 스크린샷이(가) 표시된 사진&#10;&#10;자동 생성된 설명">
            <a:extLst>
              <a:ext uri="{FF2B5EF4-FFF2-40B4-BE49-F238E27FC236}">
                <a16:creationId xmlns:a16="http://schemas.microsoft.com/office/drawing/2014/main" id="{F40FAF22-5E74-E293-A9A9-96FCAB6F5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4" y="2441802"/>
            <a:ext cx="10673467" cy="19743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480C55-2E34-95E8-C558-E0D9F5431452}"/>
              </a:ext>
            </a:extLst>
          </p:cNvPr>
          <p:cNvSpPr txBox="1"/>
          <p:nvPr/>
        </p:nvSpPr>
        <p:spPr>
          <a:xfrm>
            <a:off x="909864" y="4416198"/>
            <a:ext cx="105156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u="sng" dirty="0"/>
              <a:t>학습 방법</a:t>
            </a:r>
            <a:endParaRPr lang="en-US" altLang="ko-KR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/>
              <a:t>반복횟수</a:t>
            </a:r>
            <a:r>
              <a:rPr lang="en-US" altLang="ko-KR" sz="1800" dirty="0"/>
              <a:t>: </a:t>
            </a:r>
            <a:r>
              <a:rPr lang="ko-KR" altLang="en-US" sz="1800" dirty="0"/>
              <a:t>약 </a:t>
            </a:r>
            <a:r>
              <a:rPr lang="en-US" altLang="ko-KR" sz="1800" dirty="0"/>
              <a:t>30,000</a:t>
            </a:r>
            <a:r>
              <a:rPr lang="ko-KR" altLang="en-US" dirty="0"/>
              <a:t>회 </a:t>
            </a:r>
            <a:r>
              <a:rPr lang="en-US" altLang="ko-KR" dirty="0"/>
              <a:t>(</a:t>
            </a:r>
            <a:r>
              <a:rPr lang="ko-KR" altLang="en-US" dirty="0"/>
              <a:t>시간상으로는 </a:t>
            </a:r>
            <a:r>
              <a:rPr lang="en-US" altLang="ko-KR" dirty="0"/>
              <a:t>5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/>
              <a:t>배치크기</a:t>
            </a:r>
            <a:r>
              <a:rPr lang="en-US" altLang="ko-KR" sz="1800" dirty="0"/>
              <a:t>: 100</a:t>
            </a:r>
          </a:p>
          <a:p>
            <a:endParaRPr lang="en-US" altLang="ko-KR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/>
              <a:t>학습방법</a:t>
            </a:r>
            <a:r>
              <a:rPr lang="en-US" altLang="ko-KR" sz="1800" dirty="0"/>
              <a:t>/</a:t>
            </a:r>
            <a:r>
              <a:rPr lang="ko-KR" altLang="en-US" sz="1800" dirty="0" err="1"/>
              <a:t>학습률</a:t>
            </a:r>
            <a:r>
              <a:rPr lang="en-US" altLang="ko-KR" sz="1800" dirty="0"/>
              <a:t>: cross entropy error</a:t>
            </a:r>
            <a:r>
              <a:rPr lang="ko-KR" altLang="en-US" sz="1800" dirty="0"/>
              <a:t>를 통한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역전파</a:t>
            </a:r>
            <a:r>
              <a:rPr lang="en-US" altLang="ko-KR" sz="1800" dirty="0"/>
              <a:t>/0.1</a:t>
            </a:r>
          </a:p>
          <a:p>
            <a:endParaRPr lang="en-US" altLang="ko-KR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/>
              <a:t>최적화 기법</a:t>
            </a:r>
            <a:r>
              <a:rPr lang="en-US" altLang="ko-KR" sz="1800" dirty="0"/>
              <a:t>: SGD(Stochastic Gradients Descent)</a:t>
            </a:r>
          </a:p>
          <a:p>
            <a:endParaRPr lang="en-US" altLang="ko-KR" sz="1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dirty="0"/>
              <a:t>가중치 초기화</a:t>
            </a:r>
            <a:r>
              <a:rPr lang="en-US" altLang="ko-KR" sz="1800" dirty="0"/>
              <a:t>: </a:t>
            </a:r>
            <a:r>
              <a:rPr lang="ko-KR" altLang="en-US" sz="1800" dirty="0"/>
              <a:t>분산이 </a:t>
            </a:r>
            <a:r>
              <a:rPr lang="en-US" altLang="ko-KR" sz="1800" dirty="0"/>
              <a:t>0.01</a:t>
            </a:r>
            <a:r>
              <a:rPr lang="ko-KR" altLang="en-US" sz="1800" dirty="0"/>
              <a:t>인 정규분포로 무작위 초기화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83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EFC81-1710-9B46-FA42-E3C5B384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1. MLP </a:t>
            </a:r>
            <a:r>
              <a:rPr lang="ko-KR" altLang="en-US" u="sng" dirty="0"/>
              <a:t>구조의 근본적 한계와 </a:t>
            </a:r>
            <a:r>
              <a:rPr lang="en-US" altLang="ko-KR" u="sng" dirty="0"/>
              <a:t>CNN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CBADD-D27A-866D-093E-9EEFD348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1" name="내용 개체 틀 10" descr="도표, 그래프, 라인, 텍스트이(가) 표시된 사진&#10;&#10;자동 생성된 설명">
            <a:extLst>
              <a:ext uri="{FF2B5EF4-FFF2-40B4-BE49-F238E27FC236}">
                <a16:creationId xmlns:a16="http://schemas.microsoft.com/office/drawing/2014/main" id="{92F9436C-91EE-106C-0E67-71A1C8FEC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68" y="1690687"/>
            <a:ext cx="5259746" cy="4019331"/>
          </a:xfrm>
        </p:spPr>
      </p:pic>
      <p:pic>
        <p:nvPicPr>
          <p:cNvPr id="8" name="내용 개체 틀 4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3BAB3DE6-BF4B-18F6-060A-12F11F369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04" y="1645793"/>
            <a:ext cx="5318496" cy="40642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AFC083-0EEB-DD7C-22BB-782CCA62C4D2}"/>
              </a:ext>
            </a:extLst>
          </p:cNvPr>
          <p:cNvSpPr txBox="1"/>
          <p:nvPr/>
        </p:nvSpPr>
        <p:spPr>
          <a:xfrm>
            <a:off x="2012099" y="5710019"/>
            <a:ext cx="2849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Drop-out</a:t>
            </a:r>
          </a:p>
          <a:p>
            <a:pPr algn="ctr"/>
            <a:r>
              <a:rPr lang="en-US" altLang="ko-KR" dirty="0"/>
              <a:t>with weight decay(0.01)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CE4837-D6DC-1D0C-FD3A-90A51C0C54AB}"/>
              </a:ext>
            </a:extLst>
          </p:cNvPr>
          <p:cNvSpPr txBox="1"/>
          <p:nvPr/>
        </p:nvSpPr>
        <p:spPr>
          <a:xfrm>
            <a:off x="7753988" y="5710018"/>
            <a:ext cx="284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simple CNN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69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FDC1A-4364-3A91-392B-02A9BC72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u="sng" dirty="0"/>
              <a:t>2. </a:t>
            </a:r>
            <a:r>
              <a:rPr lang="ko-KR" altLang="en-US" u="sng" dirty="0"/>
              <a:t>코드 성능 최적화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60E54BA-31D4-C758-1FEF-0A848525A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607975"/>
              </p:ext>
            </p:extLst>
          </p:nvPr>
        </p:nvGraphicFramePr>
        <p:xfrm>
          <a:off x="838200" y="1451272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4E201A-4D55-4F51-DABC-758E79A9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5001B-FF2C-23D9-0F5E-07EC51BB1ED3}"/>
              </a:ext>
            </a:extLst>
          </p:cNvPr>
          <p:cNvSpPr txBox="1"/>
          <p:nvPr/>
        </p:nvSpPr>
        <p:spPr>
          <a:xfrm>
            <a:off x="1184786" y="6031210"/>
            <a:ext cx="9822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ym typeface="Wingdings" panose="05000000000000000000" pitchFamily="2" charset="2"/>
              </a:rPr>
              <a:t> </a:t>
            </a:r>
            <a:r>
              <a:rPr lang="ko-KR" altLang="en-US" sz="2400" dirty="0">
                <a:sym typeface="Wingdings" panose="05000000000000000000" pitchFamily="2" charset="2"/>
              </a:rPr>
              <a:t>컴파일 언어</a:t>
            </a:r>
            <a:r>
              <a:rPr lang="en-US" altLang="ko-KR" sz="2400" dirty="0">
                <a:sym typeface="Wingdings" panose="05000000000000000000" pitchFamily="2" charset="2"/>
              </a:rPr>
              <a:t>(C++)</a:t>
            </a:r>
            <a:r>
              <a:rPr lang="ko-KR" altLang="en-US" sz="2400" dirty="0"/>
              <a:t>로 처음부터 다시 구현한다면 성능이 향상될까</a:t>
            </a:r>
            <a:r>
              <a:rPr lang="en-US" altLang="ko-KR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6510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BE45-3323-D654-C6A2-3683F3C0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/>
              <a:t>IV. </a:t>
            </a:r>
            <a:r>
              <a:rPr lang="ko-KR" altLang="en-US" sz="6000" dirty="0" err="1"/>
              <a:t>느낀점</a:t>
            </a:r>
            <a:r>
              <a:rPr lang="ko-KR" altLang="en-US" sz="6000" dirty="0"/>
              <a:t> 및 추가 연구 계획</a:t>
            </a:r>
            <a:br>
              <a:rPr lang="en-US" altLang="ko-KR" sz="6000" dirty="0"/>
            </a:b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8EA881-DFF7-3604-6BE6-80D28FED2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894DF-3BE9-71AE-3140-F93141BE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393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C92FF-49E8-5BC8-93FA-3F16628B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729"/>
            <a:ext cx="10515600" cy="1325563"/>
          </a:xfrm>
        </p:spPr>
        <p:txBody>
          <a:bodyPr/>
          <a:lstStyle/>
          <a:p>
            <a:r>
              <a:rPr lang="en-US" altLang="ko-KR" sz="4400" dirty="0"/>
              <a:t>IV. </a:t>
            </a:r>
            <a:r>
              <a:rPr lang="ko-KR" altLang="en-US" sz="4400" dirty="0"/>
              <a:t>느낀 점 및 추가 연구 계획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8EE2E-37A7-84C1-7EFE-0D606929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22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CPU</a:t>
            </a:r>
            <a:r>
              <a:rPr lang="ko-KR" altLang="en-US" dirty="0"/>
              <a:t>만으로는 굉장히 한계가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연구 자원이 중요하다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생각보다 </a:t>
            </a:r>
            <a:r>
              <a:rPr lang="ko-KR" altLang="en-US" dirty="0" err="1"/>
              <a:t>하이퍼파라미터를</a:t>
            </a:r>
            <a:r>
              <a:rPr lang="ko-KR" altLang="en-US" dirty="0"/>
              <a:t> 조정</a:t>
            </a:r>
            <a:r>
              <a:rPr lang="en-US" altLang="ko-KR" dirty="0"/>
              <a:t>-</a:t>
            </a:r>
            <a:r>
              <a:rPr lang="ko-KR" altLang="en-US" dirty="0"/>
              <a:t>비교하는 것이 유의미하다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인지언어학에서의 </a:t>
            </a:r>
            <a:r>
              <a:rPr lang="en-US" altLang="ko-KR" dirty="0"/>
              <a:t>Priming effect</a:t>
            </a:r>
          </a:p>
          <a:p>
            <a:r>
              <a:rPr lang="en-US" altLang="ko-KR" dirty="0"/>
              <a:t> CNN</a:t>
            </a:r>
            <a:r>
              <a:rPr lang="ko-KR" altLang="en-US" dirty="0"/>
              <a:t>을 활용한 자연어 처리</a:t>
            </a:r>
            <a:r>
              <a:rPr lang="en-US" altLang="ko-KR" dirty="0"/>
              <a:t>. (</a:t>
            </a:r>
            <a:r>
              <a:rPr lang="ko-KR" altLang="en-US" dirty="0"/>
              <a:t>채널을 다국어 인풋으로 받기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</a:t>
            </a:r>
            <a:r>
              <a:rPr lang="en-US" altLang="ko-KR" dirty="0"/>
              <a:t>, CNN</a:t>
            </a:r>
            <a:r>
              <a:rPr lang="ko-KR" altLang="en-US" dirty="0"/>
              <a:t>의 특성상 개별 언어의 어순에 유의</a:t>
            </a:r>
            <a:r>
              <a:rPr lang="en-US" altLang="ko-KR" dirty="0"/>
              <a:t>. (SVO </a:t>
            </a:r>
            <a:r>
              <a:rPr lang="ko-KR" altLang="en-US" dirty="0"/>
              <a:t>혹은 </a:t>
            </a:r>
            <a:r>
              <a:rPr lang="en-US" altLang="ko-KR" dirty="0"/>
              <a:t>SOV)</a:t>
            </a:r>
          </a:p>
          <a:p>
            <a:r>
              <a:rPr lang="ko-KR" altLang="en-US" dirty="0"/>
              <a:t>심층신경망 층의 깊이와 너비 실험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FF4454-13DC-7B60-B4BA-BDBF9F5F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34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BB66D-1DD6-8875-2F62-2E01D3F7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  <a:r>
              <a:rPr lang="en-US" altLang="ko-KR" sz="7200" dirty="0"/>
              <a:t>.</a:t>
            </a:r>
            <a:br>
              <a:rPr lang="en-US" altLang="ko-KR" sz="7200" dirty="0"/>
            </a:br>
            <a:endParaRPr lang="ko-KR" altLang="en-US" sz="72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2F3558-C92D-7223-B4AF-A9DCDEB82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2ECD2-B4EE-A70D-1AC9-37530337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4ECE6-60FC-4EDA-9935-27D3266B014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17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1280</Words>
  <Application>Microsoft Office PowerPoint</Application>
  <PresentationFormat>와이드스크린</PresentationFormat>
  <Paragraphs>232</Paragraphs>
  <Slides>27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Cambria Math</vt:lpstr>
      <vt:lpstr>Wingdings</vt:lpstr>
      <vt:lpstr>Office 테마</vt:lpstr>
      <vt:lpstr>Narrow Learning  with MLP &amp; CNN</vt:lpstr>
      <vt:lpstr>목차</vt:lpstr>
      <vt:lpstr>I. 퍼셉트론과 MLP : 활성화 함수와 데이터 전처리 </vt:lpstr>
      <vt:lpstr>1. 활성화 함수별 정확도 비교 실험</vt:lpstr>
      <vt:lpstr>1. 활성화 함수별 정확도 비교 실험</vt:lpstr>
      <vt:lpstr>1. 활성화 함수별 정확도 비교 실험</vt:lpstr>
      <vt:lpstr>1. 활성화 함수별 정확도 비교 실험</vt:lpstr>
      <vt:lpstr>1. 활성화 함수별 정확도 비교 실험</vt:lpstr>
      <vt:lpstr>1. 활성화 함수별 정확도 비교 실험</vt:lpstr>
      <vt:lpstr>1. 활성화 함수별 정확도 비교 실험</vt:lpstr>
      <vt:lpstr>2. 데이터 전처리에 따른 정확도 비교 실험</vt:lpstr>
      <vt:lpstr>2. 데이터 전처리에 따른 정확도 비교 실험</vt:lpstr>
      <vt:lpstr>2. 데이터 전처리에 따른 정확도 비교 실험</vt:lpstr>
      <vt:lpstr>II. 학습 관련 기술들:  가중치 초기화와 학습 최적화 </vt:lpstr>
      <vt:lpstr>1. 가중치 초기화 기법 비교</vt:lpstr>
      <vt:lpstr>1. 가중치 초기화 기법 비교</vt:lpstr>
      <vt:lpstr>1. 가중치 초기화 기법 비교</vt:lpstr>
      <vt:lpstr>2. 테스트셋에 대한 학습 최적화</vt:lpstr>
      <vt:lpstr>2. 테스트셋에 대한 학습 최적화</vt:lpstr>
      <vt:lpstr>III. MLP에서 CNN으로 &amp;  코드 성능 최적화 </vt:lpstr>
      <vt:lpstr>1. MLP 구조의 근본적 한계와 CNN</vt:lpstr>
      <vt:lpstr>1. MLP 구조의 근본적 한계와 CNN</vt:lpstr>
      <vt:lpstr>1. MLP 구조의 근본적 한계와 CNN</vt:lpstr>
      <vt:lpstr>2. 코드 성능 최적화</vt:lpstr>
      <vt:lpstr>IV. 느낀점 및 추가 연구 계획 </vt:lpstr>
      <vt:lpstr>IV. 느낀 점 및 추가 연구 계획</vt:lpstr>
      <vt:lpstr>감사합니다.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Narrow Learning with MLP &amp; CNN</dc:title>
  <dc:creator>원종빈[ 학부재학 / 언어학과 ]</dc:creator>
  <cp:lastModifiedBy>원종빈[ 학부재학 / 언어학과 ]</cp:lastModifiedBy>
  <cp:revision>1</cp:revision>
  <dcterms:created xsi:type="dcterms:W3CDTF">2023-09-01T14:16:10Z</dcterms:created>
  <dcterms:modified xsi:type="dcterms:W3CDTF">2023-09-07T00:58:05Z</dcterms:modified>
</cp:coreProperties>
</file>